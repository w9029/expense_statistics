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68" r:id="rId3"/>
    <p:sldId id="257" r:id="rId4"/>
    <p:sldId id="279" r:id="rId5"/>
    <p:sldId id="260" r:id="rId6"/>
    <p:sldId id="280" r:id="rId7"/>
    <p:sldId id="267" r:id="rId8"/>
    <p:sldId id="271" r:id="rId9"/>
    <p:sldId id="274" r:id="rId10"/>
    <p:sldId id="276" r:id="rId11"/>
    <p:sldId id="277" r:id="rId12"/>
    <p:sldId id="278" r:id="rId13"/>
    <p:sldId id="275" r:id="rId14"/>
    <p:sldId id="273" r:id="rId15"/>
    <p:sldId id="272" r:id="rId16"/>
    <p:sldId id="270" r:id="rId17"/>
    <p:sldId id="266" r:id="rId18"/>
    <p:sldId id="258" r:id="rId19"/>
    <p:sldId id="262" r:id="rId20"/>
    <p:sldId id="265" r:id="rId21"/>
    <p:sldId id="269" r:id="rId22"/>
    <p:sldId id="259" r:id="rId23"/>
    <p:sldId id="263" r:id="rId24"/>
    <p:sldId id="261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D2D8"/>
    <a:srgbClr val="E7EA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360D7F-7E0A-4B72-8758-F3A0DCEF0AF4}" v="32" dt="2025-11-24T15:08:27.1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D083AE6-46FA-4A59-8FB0-9F97EB10719F}" styleName="浅色样式 3 - 强调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10" autoAdjust="0"/>
    <p:restoredTop sz="91275" autoAdjust="0"/>
  </p:normalViewPr>
  <p:slideViewPr>
    <p:cSldViewPr snapToGrid="0">
      <p:cViewPr varScale="1">
        <p:scale>
          <a:sx n="81" d="100"/>
          <a:sy n="81" d="100"/>
        </p:scale>
        <p:origin x="14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AHUA WANG" userId="445c6c4e8400985e" providerId="LiveId" clId="{FC401964-9482-4D7D-9D42-BA08E9ECFED7}"/>
    <pc:docChg chg="undo custSel addSld delSld modSld sldOrd">
      <pc:chgData name="JIAHUA WANG" userId="445c6c4e8400985e" providerId="LiveId" clId="{FC401964-9482-4D7D-9D42-BA08E9ECFED7}" dt="2025-11-24T15:09:24.758" v="3110" actId="1076"/>
      <pc:docMkLst>
        <pc:docMk/>
      </pc:docMkLst>
      <pc:sldChg chg="addSp delSp modSp mod">
        <pc:chgData name="JIAHUA WANG" userId="445c6c4e8400985e" providerId="LiveId" clId="{FC401964-9482-4D7D-9D42-BA08E9ECFED7}" dt="2025-11-24T15:06:26.089" v="3057" actId="207"/>
        <pc:sldMkLst>
          <pc:docMk/>
          <pc:sldMk cId="2908368905" sldId="257"/>
        </pc:sldMkLst>
        <pc:spChg chg="add mod">
          <ac:chgData name="JIAHUA WANG" userId="445c6c4e8400985e" providerId="LiveId" clId="{FC401964-9482-4D7D-9D42-BA08E9ECFED7}" dt="2025-11-24T15:06:26.089" v="3057" actId="207"/>
          <ac:spMkLst>
            <pc:docMk/>
            <pc:sldMk cId="2908368905" sldId="257"/>
            <ac:spMk id="11" creationId="{981526E5-EC4E-B757-6F37-4423035AC406}"/>
          </ac:spMkLst>
        </pc:spChg>
        <pc:spChg chg="del">
          <ac:chgData name="JIAHUA WANG" userId="445c6c4e8400985e" providerId="LiveId" clId="{FC401964-9482-4D7D-9D42-BA08E9ECFED7}" dt="2025-11-24T15:06:02.929" v="2998" actId="478"/>
          <ac:spMkLst>
            <pc:docMk/>
            <pc:sldMk cId="2908368905" sldId="257"/>
            <ac:spMk id="26" creationId="{CDAFAE2C-70CA-ADC3-3E37-95DC799B641C}"/>
          </ac:spMkLst>
        </pc:spChg>
        <pc:spChg chg="del">
          <ac:chgData name="JIAHUA WANG" userId="445c6c4e8400985e" providerId="LiveId" clId="{FC401964-9482-4D7D-9D42-BA08E9ECFED7}" dt="2025-11-24T15:06:03.577" v="2999" actId="478"/>
          <ac:spMkLst>
            <pc:docMk/>
            <pc:sldMk cId="2908368905" sldId="257"/>
            <ac:spMk id="27" creationId="{8F4448D0-62FD-FE7D-E8D9-CA3ECC5D17D8}"/>
          </ac:spMkLst>
        </pc:spChg>
        <pc:graphicFrameChg chg="mod modGraphic">
          <ac:chgData name="JIAHUA WANG" userId="445c6c4e8400985e" providerId="LiveId" clId="{FC401964-9482-4D7D-9D42-BA08E9ECFED7}" dt="2025-11-15T02:32:16.150" v="1271"/>
          <ac:graphicFrameMkLst>
            <pc:docMk/>
            <pc:sldMk cId="2908368905" sldId="257"/>
            <ac:graphicFrameMk id="9" creationId="{F5B9A775-FED0-CE09-A6F2-18EC9C35FDE6}"/>
          </ac:graphicFrameMkLst>
        </pc:graphicFrameChg>
      </pc:sldChg>
      <pc:sldChg chg="addSp delSp modSp mod">
        <pc:chgData name="JIAHUA WANG" userId="445c6c4e8400985e" providerId="LiveId" clId="{FC401964-9482-4D7D-9D42-BA08E9ECFED7}" dt="2025-11-24T15:09:24.758" v="3110" actId="1076"/>
        <pc:sldMkLst>
          <pc:docMk/>
          <pc:sldMk cId="893804366" sldId="260"/>
        </pc:sldMkLst>
        <pc:spChg chg="mod">
          <ac:chgData name="JIAHUA WANG" userId="445c6c4e8400985e" providerId="LiveId" clId="{FC401964-9482-4D7D-9D42-BA08E9ECFED7}" dt="2025-11-24T15:09:24.758" v="3110" actId="1076"/>
          <ac:spMkLst>
            <pc:docMk/>
            <pc:sldMk cId="893804366" sldId="260"/>
            <ac:spMk id="2" creationId="{FA09B7C0-1429-6E7A-8EB1-EF4C6BA3BC82}"/>
          </ac:spMkLst>
        </pc:spChg>
        <pc:spChg chg="add mod">
          <ac:chgData name="JIAHUA WANG" userId="445c6c4e8400985e" providerId="LiveId" clId="{FC401964-9482-4D7D-9D42-BA08E9ECFED7}" dt="2025-11-24T15:04:08.869" v="2937" actId="14100"/>
          <ac:spMkLst>
            <pc:docMk/>
            <pc:sldMk cId="893804366" sldId="260"/>
            <ac:spMk id="3" creationId="{684F2680-D4E8-C8F4-78D3-E20E72D80406}"/>
          </ac:spMkLst>
        </pc:spChg>
        <pc:spChg chg="del mod">
          <ac:chgData name="JIAHUA WANG" userId="445c6c4e8400985e" providerId="LiveId" clId="{FC401964-9482-4D7D-9D42-BA08E9ECFED7}" dt="2025-11-24T15:03:36.135" v="2903" actId="478"/>
          <ac:spMkLst>
            <pc:docMk/>
            <pc:sldMk cId="893804366" sldId="260"/>
            <ac:spMk id="12" creationId="{8906B068-CD31-086F-C51B-0BCCD6E73B1B}"/>
          </ac:spMkLst>
        </pc:spChg>
        <pc:spChg chg="add mod">
          <ac:chgData name="JIAHUA WANG" userId="445c6c4e8400985e" providerId="LiveId" clId="{FC401964-9482-4D7D-9D42-BA08E9ECFED7}" dt="2025-11-24T15:03:57.762" v="2916" actId="1035"/>
          <ac:spMkLst>
            <pc:docMk/>
            <pc:sldMk cId="893804366" sldId="260"/>
            <ac:spMk id="13" creationId="{9239FE22-913F-4698-9C15-6BFDD304967F}"/>
          </ac:spMkLst>
        </pc:spChg>
        <pc:spChg chg="add mod">
          <ac:chgData name="JIAHUA WANG" userId="445c6c4e8400985e" providerId="LiveId" clId="{FC401964-9482-4D7D-9D42-BA08E9ECFED7}" dt="2025-11-24T15:04:20.535" v="2952" actId="20577"/>
          <ac:spMkLst>
            <pc:docMk/>
            <pc:sldMk cId="893804366" sldId="260"/>
            <ac:spMk id="18" creationId="{F11463DB-FFE5-DBBD-7F05-1E2FA1AF505D}"/>
          </ac:spMkLst>
        </pc:spChg>
        <pc:spChg chg="add mod">
          <ac:chgData name="JIAHUA WANG" userId="445c6c4e8400985e" providerId="LiveId" clId="{FC401964-9482-4D7D-9D42-BA08E9ECFED7}" dt="2025-11-24T15:04:29.146" v="2968" actId="14100"/>
          <ac:spMkLst>
            <pc:docMk/>
            <pc:sldMk cId="893804366" sldId="260"/>
            <ac:spMk id="19" creationId="{F4E16E8D-CA47-618D-EB2C-4160198A311E}"/>
          </ac:spMkLst>
        </pc:spChg>
        <pc:spChg chg="add mod">
          <ac:chgData name="JIAHUA WANG" userId="445c6c4e8400985e" providerId="LiveId" clId="{FC401964-9482-4D7D-9D42-BA08E9ECFED7}" dt="2025-11-24T15:04:36.199" v="2978" actId="5793"/>
          <ac:spMkLst>
            <pc:docMk/>
            <pc:sldMk cId="893804366" sldId="260"/>
            <ac:spMk id="20" creationId="{CF381D56-D854-9F36-B0C4-49E565822A94}"/>
          </ac:spMkLst>
        </pc:spChg>
        <pc:spChg chg="add mod">
          <ac:chgData name="JIAHUA WANG" userId="445c6c4e8400985e" providerId="LiveId" clId="{FC401964-9482-4D7D-9D42-BA08E9ECFED7}" dt="2025-11-24T15:05:06.992" v="2995" actId="1076"/>
          <ac:spMkLst>
            <pc:docMk/>
            <pc:sldMk cId="893804366" sldId="260"/>
            <ac:spMk id="22" creationId="{99BA6C3B-4EBC-F7E4-A0D2-17A7D28F4E42}"/>
          </ac:spMkLst>
        </pc:spChg>
        <pc:spChg chg="add mod">
          <ac:chgData name="JIAHUA WANG" userId="445c6c4e8400985e" providerId="LiveId" clId="{FC401964-9482-4D7D-9D42-BA08E9ECFED7}" dt="2025-11-24T15:05:14.271" v="2997" actId="1076"/>
          <ac:spMkLst>
            <pc:docMk/>
            <pc:sldMk cId="893804366" sldId="260"/>
            <ac:spMk id="23" creationId="{2F71D620-7E5E-9D99-1389-92054326E363}"/>
          </ac:spMkLst>
        </pc:spChg>
        <pc:spChg chg="add mod">
          <ac:chgData name="JIAHUA WANG" userId="445c6c4e8400985e" providerId="LiveId" clId="{FC401964-9482-4D7D-9D42-BA08E9ECFED7}" dt="2025-11-24T15:07:12.711" v="3080" actId="13822"/>
          <ac:spMkLst>
            <pc:docMk/>
            <pc:sldMk cId="893804366" sldId="260"/>
            <ac:spMk id="25" creationId="{765FA2F0-AB8B-1D2F-ED70-D1CB83D211D4}"/>
          </ac:spMkLst>
        </pc:spChg>
        <pc:spChg chg="add mod">
          <ac:chgData name="JIAHUA WANG" userId="445c6c4e8400985e" providerId="LiveId" clId="{FC401964-9482-4D7D-9D42-BA08E9ECFED7}" dt="2025-11-24T15:08:33.649" v="3091" actId="14100"/>
          <ac:spMkLst>
            <pc:docMk/>
            <pc:sldMk cId="893804366" sldId="260"/>
            <ac:spMk id="26" creationId="{98BFBB36-FBB5-FAFE-2415-A6EC30B556AC}"/>
          </ac:spMkLst>
        </pc:spChg>
        <pc:graphicFrameChg chg="mod modGraphic">
          <ac:chgData name="JIAHUA WANG" userId="445c6c4e8400985e" providerId="LiveId" clId="{FC401964-9482-4D7D-9D42-BA08E9ECFED7}" dt="2025-11-15T02:32:21.352" v="1274"/>
          <ac:graphicFrameMkLst>
            <pc:docMk/>
            <pc:sldMk cId="893804366" sldId="260"/>
            <ac:graphicFrameMk id="9" creationId="{F5B9A775-FED0-CE09-A6F2-18EC9C35FDE6}"/>
          </ac:graphicFrameMkLst>
        </pc:graphicFrameChg>
      </pc:sldChg>
      <pc:sldChg chg="modSp mod">
        <pc:chgData name="JIAHUA WANG" userId="445c6c4e8400985e" providerId="LiveId" clId="{FC401964-9482-4D7D-9D42-BA08E9ECFED7}" dt="2025-11-15T02:34:10.574" v="1292"/>
        <pc:sldMkLst>
          <pc:docMk/>
          <pc:sldMk cId="1355811428" sldId="267"/>
        </pc:sldMkLst>
        <pc:graphicFrameChg chg="mod modGraphic">
          <ac:chgData name="JIAHUA WANG" userId="445c6c4e8400985e" providerId="LiveId" clId="{FC401964-9482-4D7D-9D42-BA08E9ECFED7}" dt="2025-11-15T02:34:10.574" v="1292"/>
          <ac:graphicFrameMkLst>
            <pc:docMk/>
            <pc:sldMk cId="1355811428" sldId="267"/>
            <ac:graphicFrameMk id="9" creationId="{3340DC06-8745-14DC-6427-CD0E2D4BECA8}"/>
          </ac:graphicFrameMkLst>
        </pc:graphicFrameChg>
      </pc:sldChg>
      <pc:sldChg chg="modSp mod">
        <pc:chgData name="JIAHUA WANG" userId="445c6c4e8400985e" providerId="LiveId" clId="{FC401964-9482-4D7D-9D42-BA08E9ECFED7}" dt="2025-11-15T02:34:18.237" v="1293" actId="20577"/>
        <pc:sldMkLst>
          <pc:docMk/>
          <pc:sldMk cId="855658538" sldId="268"/>
        </pc:sldMkLst>
        <pc:spChg chg="mod">
          <ac:chgData name="JIAHUA WANG" userId="445c6c4e8400985e" providerId="LiveId" clId="{FC401964-9482-4D7D-9D42-BA08E9ECFED7}" dt="2025-11-15T02:31:37.514" v="1268" actId="1076"/>
          <ac:spMkLst>
            <pc:docMk/>
            <pc:sldMk cId="855658538" sldId="268"/>
            <ac:spMk id="3" creationId="{1F22171F-D558-A2FC-BAAF-D6E6A2BF63D6}"/>
          </ac:spMkLst>
        </pc:spChg>
        <pc:spChg chg="mod">
          <ac:chgData name="JIAHUA WANG" userId="445c6c4e8400985e" providerId="LiveId" clId="{FC401964-9482-4D7D-9D42-BA08E9ECFED7}" dt="2025-11-15T02:30:59.402" v="1249" actId="20577"/>
          <ac:spMkLst>
            <pc:docMk/>
            <pc:sldMk cId="855658538" sldId="268"/>
            <ac:spMk id="26" creationId="{AC91071D-EE8B-ECAD-CBB0-FC249A3CB74E}"/>
          </ac:spMkLst>
        </pc:spChg>
        <pc:graphicFrameChg chg="modGraphic">
          <ac:chgData name="JIAHUA WANG" userId="445c6c4e8400985e" providerId="LiveId" clId="{FC401964-9482-4D7D-9D42-BA08E9ECFED7}" dt="2025-11-15T02:34:18.237" v="1293" actId="20577"/>
          <ac:graphicFrameMkLst>
            <pc:docMk/>
            <pc:sldMk cId="855658538" sldId="268"/>
            <ac:graphicFrameMk id="9" creationId="{4708D627-7EB4-42F1-7A85-DD51F196317A}"/>
          </ac:graphicFrameMkLst>
        </pc:graphicFrameChg>
        <pc:graphicFrameChg chg="mod">
          <ac:chgData name="JIAHUA WANG" userId="445c6c4e8400985e" providerId="LiveId" clId="{FC401964-9482-4D7D-9D42-BA08E9ECFED7}" dt="2025-11-15T02:31:31.498" v="1266" actId="1076"/>
          <ac:graphicFrameMkLst>
            <pc:docMk/>
            <pc:sldMk cId="855658538" sldId="268"/>
            <ac:graphicFrameMk id="13" creationId="{C302E3B0-2CD7-7F50-8934-A40446A05D45}"/>
          </ac:graphicFrameMkLst>
        </pc:graphicFrameChg>
      </pc:sldChg>
      <pc:sldChg chg="modSp new mod">
        <pc:chgData name="JIAHUA WANG" userId="445c6c4e8400985e" providerId="LiveId" clId="{FC401964-9482-4D7D-9D42-BA08E9ECFED7}" dt="2025-11-15T01:15:45.215" v="1245" actId="20577"/>
        <pc:sldMkLst>
          <pc:docMk/>
          <pc:sldMk cId="3988706092" sldId="270"/>
        </pc:sldMkLst>
        <pc:spChg chg="mod">
          <ac:chgData name="JIAHUA WANG" userId="445c6c4e8400985e" providerId="LiveId" clId="{FC401964-9482-4D7D-9D42-BA08E9ECFED7}" dt="2025-11-15T01:15:11.764" v="1075" actId="20577"/>
          <ac:spMkLst>
            <pc:docMk/>
            <pc:sldMk cId="3988706092" sldId="270"/>
            <ac:spMk id="2" creationId="{6178DD23-8901-72FE-AB23-A16B9D14B016}"/>
          </ac:spMkLst>
        </pc:spChg>
        <pc:spChg chg="mod">
          <ac:chgData name="JIAHUA WANG" userId="445c6c4e8400985e" providerId="LiveId" clId="{FC401964-9482-4D7D-9D42-BA08E9ECFED7}" dt="2025-11-15T01:15:45.215" v="1245" actId="20577"/>
          <ac:spMkLst>
            <pc:docMk/>
            <pc:sldMk cId="3988706092" sldId="270"/>
            <ac:spMk id="3" creationId="{8A2BC391-6C68-4148-756B-294C58C7FA81}"/>
          </ac:spMkLst>
        </pc:spChg>
      </pc:sldChg>
      <pc:sldChg chg="addSp delSp modSp new mod">
        <pc:chgData name="JIAHUA WANG" userId="445c6c4e8400985e" providerId="LiveId" clId="{FC401964-9482-4D7D-9D42-BA08E9ECFED7}" dt="2025-11-16T05:55:25.005" v="1655" actId="1076"/>
        <pc:sldMkLst>
          <pc:docMk/>
          <pc:sldMk cId="2259178780" sldId="271"/>
        </pc:sldMkLst>
        <pc:spChg chg="mod">
          <ac:chgData name="JIAHUA WANG" userId="445c6c4e8400985e" providerId="LiveId" clId="{FC401964-9482-4D7D-9D42-BA08E9ECFED7}" dt="2025-11-16T05:51:01.054" v="1515" actId="1076"/>
          <ac:spMkLst>
            <pc:docMk/>
            <pc:sldMk cId="2259178780" sldId="271"/>
            <ac:spMk id="2" creationId="{A695F81A-2E3B-40E3-3CC2-58E8954D8258}"/>
          </ac:spMkLst>
        </pc:spChg>
        <pc:spChg chg="add mod">
          <ac:chgData name="JIAHUA WANG" userId="445c6c4e8400985e" providerId="LiveId" clId="{FC401964-9482-4D7D-9D42-BA08E9ECFED7}" dt="2025-11-16T05:52:40.730" v="1558" actId="1076"/>
          <ac:spMkLst>
            <pc:docMk/>
            <pc:sldMk cId="2259178780" sldId="271"/>
            <ac:spMk id="4" creationId="{526AA691-1299-7EA9-1892-6F47C2C638B0}"/>
          </ac:spMkLst>
        </pc:spChg>
        <pc:spChg chg="add mod">
          <ac:chgData name="JIAHUA WANG" userId="445c6c4e8400985e" providerId="LiveId" clId="{FC401964-9482-4D7D-9D42-BA08E9ECFED7}" dt="2025-11-16T05:55:10.686" v="1651" actId="1076"/>
          <ac:spMkLst>
            <pc:docMk/>
            <pc:sldMk cId="2259178780" sldId="271"/>
            <ac:spMk id="6" creationId="{63173025-F7AA-CF86-CAD7-9764FBB66447}"/>
          </ac:spMkLst>
        </pc:spChg>
        <pc:spChg chg="add mod">
          <ac:chgData name="JIAHUA WANG" userId="445c6c4e8400985e" providerId="LiveId" clId="{FC401964-9482-4D7D-9D42-BA08E9ECFED7}" dt="2025-11-16T05:55:22.110" v="1654" actId="1076"/>
          <ac:spMkLst>
            <pc:docMk/>
            <pc:sldMk cId="2259178780" sldId="271"/>
            <ac:spMk id="7" creationId="{53159C70-1CBD-2B96-CA93-7A2F3380E160}"/>
          </ac:spMkLst>
        </pc:spChg>
        <pc:spChg chg="add mod">
          <ac:chgData name="JIAHUA WANG" userId="445c6c4e8400985e" providerId="LiveId" clId="{FC401964-9482-4D7D-9D42-BA08E9ECFED7}" dt="2025-11-16T05:51:47.029" v="1533" actId="1076"/>
          <ac:spMkLst>
            <pc:docMk/>
            <pc:sldMk cId="2259178780" sldId="271"/>
            <ac:spMk id="8" creationId="{7A6B16B7-EA7C-4DEE-9412-CC866F0E4449}"/>
          </ac:spMkLst>
        </pc:spChg>
        <pc:spChg chg="add mod">
          <ac:chgData name="JIAHUA WANG" userId="445c6c4e8400985e" providerId="LiveId" clId="{FC401964-9482-4D7D-9D42-BA08E9ECFED7}" dt="2025-11-16T05:50:44.393" v="1508" actId="1038"/>
          <ac:spMkLst>
            <pc:docMk/>
            <pc:sldMk cId="2259178780" sldId="271"/>
            <ac:spMk id="11" creationId="{7AEDDAD0-3BAD-8D65-8FEB-8392BBB4C8A8}"/>
          </ac:spMkLst>
        </pc:spChg>
        <pc:spChg chg="mod">
          <ac:chgData name="JIAHUA WANG" userId="445c6c4e8400985e" providerId="LiveId" clId="{FC401964-9482-4D7D-9D42-BA08E9ECFED7}" dt="2025-11-16T05:51:23.716" v="1522"/>
          <ac:spMkLst>
            <pc:docMk/>
            <pc:sldMk cId="2259178780" sldId="271"/>
            <ac:spMk id="18" creationId="{88A9815A-BB1A-0B3D-FE19-9CCF4926E6BF}"/>
          </ac:spMkLst>
        </pc:spChg>
        <pc:spChg chg="add mod">
          <ac:chgData name="JIAHUA WANG" userId="445c6c4e8400985e" providerId="LiveId" clId="{FC401964-9482-4D7D-9D42-BA08E9ECFED7}" dt="2025-11-16T05:55:17.541" v="1653" actId="1076"/>
          <ac:spMkLst>
            <pc:docMk/>
            <pc:sldMk cId="2259178780" sldId="271"/>
            <ac:spMk id="41" creationId="{63B28144-D7E6-045F-A2B9-96C3815612E0}"/>
          </ac:spMkLst>
        </pc:spChg>
        <pc:spChg chg="add mod">
          <ac:chgData name="JIAHUA WANG" userId="445c6c4e8400985e" providerId="LiveId" clId="{FC401964-9482-4D7D-9D42-BA08E9ECFED7}" dt="2025-11-16T05:55:13.976" v="1652" actId="1076"/>
          <ac:spMkLst>
            <pc:docMk/>
            <pc:sldMk cId="2259178780" sldId="271"/>
            <ac:spMk id="42" creationId="{2B12DB5F-8895-3397-D144-D9A1CD624F69}"/>
          </ac:spMkLst>
        </pc:spChg>
        <pc:spChg chg="add mod">
          <ac:chgData name="JIAHUA WANG" userId="445c6c4e8400985e" providerId="LiveId" clId="{FC401964-9482-4D7D-9D42-BA08E9ECFED7}" dt="2025-11-16T05:55:25.005" v="1655" actId="1076"/>
          <ac:spMkLst>
            <pc:docMk/>
            <pc:sldMk cId="2259178780" sldId="271"/>
            <ac:spMk id="46" creationId="{3FCB72BE-2FB4-E76D-1128-54C245C43DED}"/>
          </ac:spMkLst>
        </pc:spChg>
        <pc:grpChg chg="add mod">
          <ac:chgData name="JIAHUA WANG" userId="445c6c4e8400985e" providerId="LiveId" clId="{FC401964-9482-4D7D-9D42-BA08E9ECFED7}" dt="2025-11-16T05:52:32.845" v="1555" actId="1076"/>
          <ac:grpSpMkLst>
            <pc:docMk/>
            <pc:sldMk cId="2259178780" sldId="271"/>
            <ac:grpSpMk id="12" creationId="{6C5DB8B1-7817-866D-5AC9-4B299DC0F0EC}"/>
          </ac:grpSpMkLst>
        </pc:grpChg>
        <pc:grpChg chg="add mod">
          <ac:chgData name="JIAHUA WANG" userId="445c6c4e8400985e" providerId="LiveId" clId="{FC401964-9482-4D7D-9D42-BA08E9ECFED7}" dt="2025-11-16T05:52:27.457" v="1553" actId="1076"/>
          <ac:grpSpMkLst>
            <pc:docMk/>
            <pc:sldMk cId="2259178780" sldId="271"/>
            <ac:grpSpMk id="16" creationId="{2DCB10ED-DAD5-FDC3-A7E8-33FF28D33DAB}"/>
          </ac:grpSpMkLst>
        </pc:grpChg>
        <pc:picChg chg="add mod">
          <ac:chgData name="JIAHUA WANG" userId="445c6c4e8400985e" providerId="LiveId" clId="{FC401964-9482-4D7D-9D42-BA08E9ECFED7}" dt="2025-11-16T05:50:40.256" v="1506" actId="164"/>
          <ac:picMkLst>
            <pc:docMk/>
            <pc:sldMk cId="2259178780" sldId="271"/>
            <ac:picMk id="10" creationId="{95CDAB08-ECDC-6FE2-ADCB-1A04DC3D04D4}"/>
          </ac:picMkLst>
        </pc:picChg>
        <pc:picChg chg="mod">
          <ac:chgData name="JIAHUA WANG" userId="445c6c4e8400985e" providerId="LiveId" clId="{FC401964-9482-4D7D-9D42-BA08E9ECFED7}" dt="2025-11-16T05:51:23.716" v="1522"/>
          <ac:picMkLst>
            <pc:docMk/>
            <pc:sldMk cId="2259178780" sldId="271"/>
            <ac:picMk id="17" creationId="{033D4526-8E22-D4C6-7B7D-DBE1F5E811A0}"/>
          </ac:picMkLst>
        </pc:picChg>
        <pc:cxnChg chg="add mod">
          <ac:chgData name="JIAHUA WANG" userId="445c6c4e8400985e" providerId="LiveId" clId="{FC401964-9482-4D7D-9D42-BA08E9ECFED7}" dt="2025-11-16T05:53:27.585" v="1577" actId="692"/>
          <ac:cxnSpMkLst>
            <pc:docMk/>
            <pc:sldMk cId="2259178780" sldId="271"/>
            <ac:cxnSpMk id="20" creationId="{BA10E2B2-0A79-1E87-769F-F36F73238BE5}"/>
          </ac:cxnSpMkLst>
        </pc:cxnChg>
        <pc:cxnChg chg="add mod">
          <ac:chgData name="JIAHUA WANG" userId="445c6c4e8400985e" providerId="LiveId" clId="{FC401964-9482-4D7D-9D42-BA08E9ECFED7}" dt="2025-11-16T05:53:27.585" v="1577" actId="692"/>
          <ac:cxnSpMkLst>
            <pc:docMk/>
            <pc:sldMk cId="2259178780" sldId="271"/>
            <ac:cxnSpMk id="21" creationId="{C8C55034-A639-2A2E-F485-39A3D67E3BB1}"/>
          </ac:cxnSpMkLst>
        </pc:cxnChg>
        <pc:cxnChg chg="add mod">
          <ac:chgData name="JIAHUA WANG" userId="445c6c4e8400985e" providerId="LiveId" clId="{FC401964-9482-4D7D-9D42-BA08E9ECFED7}" dt="2025-11-16T05:55:10.686" v="1651" actId="1076"/>
          <ac:cxnSpMkLst>
            <pc:docMk/>
            <pc:sldMk cId="2259178780" sldId="271"/>
            <ac:cxnSpMk id="37" creationId="{A6404459-BC3E-83BB-AAA0-7D5D0C240742}"/>
          </ac:cxnSpMkLst>
        </pc:cxnChg>
        <pc:cxnChg chg="add mod">
          <ac:chgData name="JIAHUA WANG" userId="445c6c4e8400985e" providerId="LiveId" clId="{FC401964-9482-4D7D-9D42-BA08E9ECFED7}" dt="2025-11-16T05:55:10.686" v="1651" actId="1076"/>
          <ac:cxnSpMkLst>
            <pc:docMk/>
            <pc:sldMk cId="2259178780" sldId="271"/>
            <ac:cxnSpMk id="38" creationId="{4CDE2A77-980D-D8FE-4D79-8C702CAD268E}"/>
          </ac:cxnSpMkLst>
        </pc:cxnChg>
        <pc:cxnChg chg="add mod">
          <ac:chgData name="JIAHUA WANG" userId="445c6c4e8400985e" providerId="LiveId" clId="{FC401964-9482-4D7D-9D42-BA08E9ECFED7}" dt="2025-11-16T05:55:22.110" v="1654" actId="1076"/>
          <ac:cxnSpMkLst>
            <pc:docMk/>
            <pc:sldMk cId="2259178780" sldId="271"/>
            <ac:cxnSpMk id="43" creationId="{552D413F-38D2-BD77-770E-535D7F175929}"/>
          </ac:cxnSpMkLst>
        </pc:cxnChg>
      </pc:sldChg>
      <pc:sldChg chg="modSp new mod">
        <pc:chgData name="JIAHUA WANG" userId="445c6c4e8400985e" providerId="LiveId" clId="{FC401964-9482-4D7D-9D42-BA08E9ECFED7}" dt="2025-11-16T08:01:15.535" v="1726" actId="20577"/>
        <pc:sldMkLst>
          <pc:docMk/>
          <pc:sldMk cId="351893672" sldId="272"/>
        </pc:sldMkLst>
        <pc:spChg chg="mod">
          <ac:chgData name="JIAHUA WANG" userId="445c6c4e8400985e" providerId="LiveId" clId="{FC401964-9482-4D7D-9D42-BA08E9ECFED7}" dt="2025-11-16T08:01:15.535" v="1726" actId="20577"/>
          <ac:spMkLst>
            <pc:docMk/>
            <pc:sldMk cId="351893672" sldId="272"/>
            <ac:spMk id="2" creationId="{1209781D-D473-346B-4A99-682357381B05}"/>
          </ac:spMkLst>
        </pc:spChg>
        <pc:spChg chg="mod">
          <ac:chgData name="JIAHUA WANG" userId="445c6c4e8400985e" providerId="LiveId" clId="{FC401964-9482-4D7D-9D42-BA08E9ECFED7}" dt="2025-11-16T08:00:56.810" v="1713" actId="20577"/>
          <ac:spMkLst>
            <pc:docMk/>
            <pc:sldMk cId="351893672" sldId="272"/>
            <ac:spMk id="3" creationId="{DF1F441D-4083-1912-F645-D84BBBDDE5FB}"/>
          </ac:spMkLst>
        </pc:spChg>
      </pc:sldChg>
      <pc:sldChg chg="modSp new mod">
        <pc:chgData name="JIAHUA WANG" userId="445c6c4e8400985e" providerId="LiveId" clId="{FC401964-9482-4D7D-9D42-BA08E9ECFED7}" dt="2025-11-16T08:01:36.046" v="1775" actId="12"/>
        <pc:sldMkLst>
          <pc:docMk/>
          <pc:sldMk cId="291267687" sldId="273"/>
        </pc:sldMkLst>
        <pc:spChg chg="mod">
          <ac:chgData name="JIAHUA WANG" userId="445c6c4e8400985e" providerId="LiveId" clId="{FC401964-9482-4D7D-9D42-BA08E9ECFED7}" dt="2025-11-16T08:01:25.275" v="1770" actId="20577"/>
          <ac:spMkLst>
            <pc:docMk/>
            <pc:sldMk cId="291267687" sldId="273"/>
            <ac:spMk id="2" creationId="{1EA487B3-CF2D-5677-079F-52B60D710737}"/>
          </ac:spMkLst>
        </pc:spChg>
        <pc:spChg chg="mod">
          <ac:chgData name="JIAHUA WANG" userId="445c6c4e8400985e" providerId="LiveId" clId="{FC401964-9482-4D7D-9D42-BA08E9ECFED7}" dt="2025-11-16T08:01:36.046" v="1775" actId="12"/>
          <ac:spMkLst>
            <pc:docMk/>
            <pc:sldMk cId="291267687" sldId="273"/>
            <ac:spMk id="3" creationId="{DC80F516-7A64-FA4F-4E1A-51F42C5E5C36}"/>
          </ac:spMkLst>
        </pc:spChg>
      </pc:sldChg>
      <pc:sldChg chg="addSp delSp modSp new mod">
        <pc:chgData name="JIAHUA WANG" userId="445c6c4e8400985e" providerId="LiveId" clId="{FC401964-9482-4D7D-9D42-BA08E9ECFED7}" dt="2025-11-24T05:38:46.353" v="2400" actId="20577"/>
        <pc:sldMkLst>
          <pc:docMk/>
          <pc:sldMk cId="1092725422" sldId="274"/>
        </pc:sldMkLst>
        <pc:spChg chg="mod">
          <ac:chgData name="JIAHUA WANG" userId="445c6c4e8400985e" providerId="LiveId" clId="{FC401964-9482-4D7D-9D42-BA08E9ECFED7}" dt="2025-11-16T14:34:16.809" v="1802" actId="20577"/>
          <ac:spMkLst>
            <pc:docMk/>
            <pc:sldMk cId="1092725422" sldId="274"/>
            <ac:spMk id="2" creationId="{5B9B4EBA-B6D9-97BE-E576-74C8E8BD4BF1}"/>
          </ac:spMkLst>
        </pc:spChg>
        <pc:spChg chg="add mod">
          <ac:chgData name="JIAHUA WANG" userId="445c6c4e8400985e" providerId="LiveId" clId="{FC401964-9482-4D7D-9D42-BA08E9ECFED7}" dt="2025-11-16T14:43:57.262" v="2085" actId="1076"/>
          <ac:spMkLst>
            <pc:docMk/>
            <pc:sldMk cId="1092725422" sldId="274"/>
            <ac:spMk id="5" creationId="{A9DEEFE9-E958-BBC5-45C1-4E8F00D0DC45}"/>
          </ac:spMkLst>
        </pc:spChg>
        <pc:spChg chg="add mod">
          <ac:chgData name="JIAHUA WANG" userId="445c6c4e8400985e" providerId="LiveId" clId="{FC401964-9482-4D7D-9D42-BA08E9ECFED7}" dt="2025-11-24T05:38:46.353" v="2400" actId="20577"/>
          <ac:spMkLst>
            <pc:docMk/>
            <pc:sldMk cId="1092725422" sldId="274"/>
            <ac:spMk id="7" creationId="{4EC1BAAA-032F-F34D-9E90-0A8D97FDA333}"/>
          </ac:spMkLst>
        </pc:spChg>
        <pc:spChg chg="add mod">
          <ac:chgData name="JIAHUA WANG" userId="445c6c4e8400985e" providerId="LiveId" clId="{FC401964-9482-4D7D-9D42-BA08E9ECFED7}" dt="2025-11-24T05:38:42.346" v="2393" actId="20577"/>
          <ac:spMkLst>
            <pc:docMk/>
            <pc:sldMk cId="1092725422" sldId="274"/>
            <ac:spMk id="8" creationId="{35D3D675-43BD-18F0-EA6E-CBA08B145A25}"/>
          </ac:spMkLst>
        </pc:spChg>
        <pc:spChg chg="add del mod">
          <ac:chgData name="JIAHUA WANG" userId="445c6c4e8400985e" providerId="LiveId" clId="{FC401964-9482-4D7D-9D42-BA08E9ECFED7}" dt="2025-11-16T14:44:15.069" v="2091" actId="1076"/>
          <ac:spMkLst>
            <pc:docMk/>
            <pc:sldMk cId="1092725422" sldId="274"/>
            <ac:spMk id="31" creationId="{7992FE02-66DC-4992-44AA-4896E1534070}"/>
          </ac:spMkLst>
        </pc:spChg>
        <pc:spChg chg="add mod">
          <ac:chgData name="JIAHUA WANG" userId="445c6c4e8400985e" providerId="LiveId" clId="{FC401964-9482-4D7D-9D42-BA08E9ECFED7}" dt="2025-11-16T14:44:20.336" v="2095" actId="1037"/>
          <ac:spMkLst>
            <pc:docMk/>
            <pc:sldMk cId="1092725422" sldId="274"/>
            <ac:spMk id="34" creationId="{FAB1C95E-6EF1-4035-C67C-F4438E8415A3}"/>
          </ac:spMkLst>
        </pc:spChg>
        <pc:spChg chg="add mod">
          <ac:chgData name="JIAHUA WANG" userId="445c6c4e8400985e" providerId="LiveId" clId="{FC401964-9482-4D7D-9D42-BA08E9ECFED7}" dt="2025-11-16T14:44:42.752" v="2107" actId="1037"/>
          <ac:spMkLst>
            <pc:docMk/>
            <pc:sldMk cId="1092725422" sldId="274"/>
            <ac:spMk id="42" creationId="{9E348396-5B45-CD1F-FBC1-5FC89BF13EAF}"/>
          </ac:spMkLst>
        </pc:spChg>
        <pc:spChg chg="add mod">
          <ac:chgData name="JIAHUA WANG" userId="445c6c4e8400985e" providerId="LiveId" clId="{FC401964-9482-4D7D-9D42-BA08E9ECFED7}" dt="2025-11-16T14:44:40.209" v="2104" actId="1037"/>
          <ac:spMkLst>
            <pc:docMk/>
            <pc:sldMk cId="1092725422" sldId="274"/>
            <ac:spMk id="46" creationId="{4CC548D7-6370-0364-AF11-E7DB0264E54C}"/>
          </ac:spMkLst>
        </pc:spChg>
        <pc:spChg chg="add mod">
          <ac:chgData name="JIAHUA WANG" userId="445c6c4e8400985e" providerId="LiveId" clId="{FC401964-9482-4D7D-9D42-BA08E9ECFED7}" dt="2025-11-16T14:44:05.711" v="2088" actId="1076"/>
          <ac:spMkLst>
            <pc:docMk/>
            <pc:sldMk cId="1092725422" sldId="274"/>
            <ac:spMk id="49" creationId="{79A6027B-51F3-1D53-F542-AF4B20F0B208}"/>
          </ac:spMkLst>
        </pc:spChg>
        <pc:spChg chg="add mod">
          <ac:chgData name="JIAHUA WANG" userId="445c6c4e8400985e" providerId="LiveId" clId="{FC401964-9482-4D7D-9D42-BA08E9ECFED7}" dt="2025-11-16T14:44:48.753" v="2109" actId="1076"/>
          <ac:spMkLst>
            <pc:docMk/>
            <pc:sldMk cId="1092725422" sldId="274"/>
            <ac:spMk id="55" creationId="{BB05639F-2326-3E11-7AE5-0DFE435F93BB}"/>
          </ac:spMkLst>
        </pc:spChg>
        <pc:spChg chg="add mod">
          <ac:chgData name="JIAHUA WANG" userId="445c6c4e8400985e" providerId="LiveId" clId="{FC401964-9482-4D7D-9D42-BA08E9ECFED7}" dt="2025-11-17T04:26:42.814" v="2285" actId="1036"/>
          <ac:spMkLst>
            <pc:docMk/>
            <pc:sldMk cId="1092725422" sldId="274"/>
            <ac:spMk id="56" creationId="{0BFCCC6F-C258-3C26-CCB0-376AB1996FFF}"/>
          </ac:spMkLst>
        </pc:spChg>
        <pc:spChg chg="add mod">
          <ac:chgData name="JIAHUA WANG" userId="445c6c4e8400985e" providerId="LiveId" clId="{FC401964-9482-4D7D-9D42-BA08E9ECFED7}" dt="2025-11-16T14:47:06.402" v="2161" actId="20577"/>
          <ac:spMkLst>
            <pc:docMk/>
            <pc:sldMk cId="1092725422" sldId="274"/>
            <ac:spMk id="57" creationId="{73C8984C-5E7B-6726-0183-B40019FAA026}"/>
          </ac:spMkLst>
        </pc:spChg>
        <pc:spChg chg="add mod">
          <ac:chgData name="JIAHUA WANG" userId="445c6c4e8400985e" providerId="LiveId" clId="{FC401964-9482-4D7D-9D42-BA08E9ECFED7}" dt="2025-11-17T04:26:47.892" v="2286" actId="1076"/>
          <ac:spMkLst>
            <pc:docMk/>
            <pc:sldMk cId="1092725422" sldId="274"/>
            <ac:spMk id="58" creationId="{082D6F94-EFBB-8700-7156-1A0C437C8C73}"/>
          </ac:spMkLst>
        </pc:spChg>
        <pc:spChg chg="add mod">
          <ac:chgData name="JIAHUA WANG" userId="445c6c4e8400985e" providerId="LiveId" clId="{FC401964-9482-4D7D-9D42-BA08E9ECFED7}" dt="2025-11-16T14:46:38.034" v="2149" actId="1076"/>
          <ac:spMkLst>
            <pc:docMk/>
            <pc:sldMk cId="1092725422" sldId="274"/>
            <ac:spMk id="59" creationId="{8BE85123-C533-E265-DCF6-B21AA7C3D18B}"/>
          </ac:spMkLst>
        </pc:spChg>
        <pc:spChg chg="add mod">
          <ac:chgData name="JIAHUA WANG" userId="445c6c4e8400985e" providerId="LiveId" clId="{FC401964-9482-4D7D-9D42-BA08E9ECFED7}" dt="2025-11-17T04:26:00.591" v="2237" actId="1076"/>
          <ac:spMkLst>
            <pc:docMk/>
            <pc:sldMk cId="1092725422" sldId="274"/>
            <ac:spMk id="60" creationId="{7018260C-024F-3CF9-B149-7BBB6E176BC1}"/>
          </ac:spMkLst>
        </pc:spChg>
        <pc:spChg chg="add mod">
          <ac:chgData name="JIAHUA WANG" userId="445c6c4e8400985e" providerId="LiveId" clId="{FC401964-9482-4D7D-9D42-BA08E9ECFED7}" dt="2025-11-17T04:26:13.910" v="2242" actId="1076"/>
          <ac:spMkLst>
            <pc:docMk/>
            <pc:sldMk cId="1092725422" sldId="274"/>
            <ac:spMk id="64" creationId="{4A767158-E1DB-9411-61BC-3C4799EBF8EA}"/>
          </ac:spMkLst>
        </pc:spChg>
        <pc:spChg chg="add mod">
          <ac:chgData name="JIAHUA WANG" userId="445c6c4e8400985e" providerId="LiveId" clId="{FC401964-9482-4D7D-9D42-BA08E9ECFED7}" dt="2025-11-17T04:26:19.113" v="2244" actId="1076"/>
          <ac:spMkLst>
            <pc:docMk/>
            <pc:sldMk cId="1092725422" sldId="274"/>
            <ac:spMk id="65" creationId="{D03D273C-BEDA-891D-4919-C40C78FAB005}"/>
          </ac:spMkLst>
        </pc:spChg>
        <pc:spChg chg="add mod">
          <ac:chgData name="JIAHUA WANG" userId="445c6c4e8400985e" providerId="LiveId" clId="{FC401964-9482-4D7D-9D42-BA08E9ECFED7}" dt="2025-11-17T04:26:22.778" v="2246" actId="1076"/>
          <ac:spMkLst>
            <pc:docMk/>
            <pc:sldMk cId="1092725422" sldId="274"/>
            <ac:spMk id="66" creationId="{A0594856-89D0-E7B9-D1D7-CF9CF676B4B4}"/>
          </ac:spMkLst>
        </pc:spChg>
        <pc:cxnChg chg="add mod">
          <ac:chgData name="JIAHUA WANG" userId="445c6c4e8400985e" providerId="LiveId" clId="{FC401964-9482-4D7D-9D42-BA08E9ECFED7}" dt="2025-11-16T14:44:10.311" v="2090" actId="14100"/>
          <ac:cxnSpMkLst>
            <pc:docMk/>
            <pc:sldMk cId="1092725422" sldId="274"/>
            <ac:cxnSpMk id="14" creationId="{48D55219-F025-3E1A-0445-144179A6B8BC}"/>
          </ac:cxnSpMkLst>
        </pc:cxnChg>
        <pc:cxnChg chg="add mod">
          <ac:chgData name="JIAHUA WANG" userId="445c6c4e8400985e" providerId="LiveId" clId="{FC401964-9482-4D7D-9D42-BA08E9ECFED7}" dt="2025-11-16T14:43:57.262" v="2085" actId="1076"/>
          <ac:cxnSpMkLst>
            <pc:docMk/>
            <pc:sldMk cId="1092725422" sldId="274"/>
            <ac:cxnSpMk id="43" creationId="{F7077C09-4729-82D1-9822-EBB45074DFFF}"/>
          </ac:cxnSpMkLst>
        </pc:cxnChg>
        <pc:cxnChg chg="add mod">
          <ac:chgData name="JIAHUA WANG" userId="445c6c4e8400985e" providerId="LiveId" clId="{FC401964-9482-4D7D-9D42-BA08E9ECFED7}" dt="2025-11-16T14:44:35.288" v="2101" actId="14100"/>
          <ac:cxnSpMkLst>
            <pc:docMk/>
            <pc:sldMk cId="1092725422" sldId="274"/>
            <ac:cxnSpMk id="52" creationId="{BE72058F-9EE9-D951-2D47-4FDC24CE0D71}"/>
          </ac:cxnSpMkLst>
        </pc:cxnChg>
        <pc:cxnChg chg="add mod">
          <ac:chgData name="JIAHUA WANG" userId="445c6c4e8400985e" providerId="LiveId" clId="{FC401964-9482-4D7D-9D42-BA08E9ECFED7}" dt="2025-11-17T04:26:08.208" v="2240" actId="14100"/>
          <ac:cxnSpMkLst>
            <pc:docMk/>
            <pc:sldMk cId="1092725422" sldId="274"/>
            <ac:cxnSpMk id="61" creationId="{4AFA083E-1A79-E023-A029-6419FA6A0C79}"/>
          </ac:cxnSpMkLst>
        </pc:cxnChg>
      </pc:sldChg>
      <pc:sldChg chg="modSp new mod">
        <pc:chgData name="JIAHUA WANG" userId="445c6c4e8400985e" providerId="LiveId" clId="{FC401964-9482-4D7D-9D42-BA08E9ECFED7}" dt="2025-11-16T14:58:28.641" v="2164" actId="27636"/>
        <pc:sldMkLst>
          <pc:docMk/>
          <pc:sldMk cId="1423632496" sldId="275"/>
        </pc:sldMkLst>
        <pc:spChg chg="mod">
          <ac:chgData name="JIAHUA WANG" userId="445c6c4e8400985e" providerId="LiveId" clId="{FC401964-9482-4D7D-9D42-BA08E9ECFED7}" dt="2025-11-16T14:58:28.641" v="2164" actId="27636"/>
          <ac:spMkLst>
            <pc:docMk/>
            <pc:sldMk cId="1423632496" sldId="275"/>
            <ac:spMk id="3" creationId="{E85C618B-5111-631B-4957-D5DA989AB4F5}"/>
          </ac:spMkLst>
        </pc:spChg>
      </pc:sldChg>
      <pc:sldChg chg="addSp delSp modSp new mod">
        <pc:chgData name="JIAHUA WANG" userId="445c6c4e8400985e" providerId="LiveId" clId="{FC401964-9482-4D7D-9D42-BA08E9ECFED7}" dt="2025-11-16T16:29:48.913" v="2209" actId="1076"/>
        <pc:sldMkLst>
          <pc:docMk/>
          <pc:sldMk cId="2164527743" sldId="276"/>
        </pc:sldMkLst>
        <pc:spChg chg="mod">
          <ac:chgData name="JIAHUA WANG" userId="445c6c4e8400985e" providerId="LiveId" clId="{FC401964-9482-4D7D-9D42-BA08E9ECFED7}" dt="2025-11-16T16:29:16.741" v="2201" actId="20577"/>
          <ac:spMkLst>
            <pc:docMk/>
            <pc:sldMk cId="2164527743" sldId="276"/>
            <ac:spMk id="2" creationId="{667D372F-04CA-DB40-1F8E-DF4B6D7979ED}"/>
          </ac:spMkLst>
        </pc:spChg>
        <pc:picChg chg="add mod">
          <ac:chgData name="JIAHUA WANG" userId="445c6c4e8400985e" providerId="LiveId" clId="{FC401964-9482-4D7D-9D42-BA08E9ECFED7}" dt="2025-11-16T16:29:48.913" v="2209" actId="1076"/>
          <ac:picMkLst>
            <pc:docMk/>
            <pc:sldMk cId="2164527743" sldId="276"/>
            <ac:picMk id="5" creationId="{DDBD5DBF-B882-5724-CA95-B9378E215D5F}"/>
          </ac:picMkLst>
        </pc:picChg>
        <pc:picChg chg="add mod">
          <ac:chgData name="JIAHUA WANG" userId="445c6c4e8400985e" providerId="LiveId" clId="{FC401964-9482-4D7D-9D42-BA08E9ECFED7}" dt="2025-11-16T16:29:41.920" v="2206" actId="1076"/>
          <ac:picMkLst>
            <pc:docMk/>
            <pc:sldMk cId="2164527743" sldId="276"/>
            <ac:picMk id="7" creationId="{2148A0C8-07BA-23DD-1822-281FC49BE3EA}"/>
          </ac:picMkLst>
        </pc:picChg>
      </pc:sldChg>
      <pc:sldChg chg="addSp delSp modSp new mod">
        <pc:chgData name="JIAHUA WANG" userId="445c6c4e8400985e" providerId="LiveId" clId="{FC401964-9482-4D7D-9D42-BA08E9ECFED7}" dt="2025-11-16T16:30:50.054" v="2226" actId="1076"/>
        <pc:sldMkLst>
          <pc:docMk/>
          <pc:sldMk cId="96233453" sldId="277"/>
        </pc:sldMkLst>
        <pc:spChg chg="mod">
          <ac:chgData name="JIAHUA WANG" userId="445c6c4e8400985e" providerId="LiveId" clId="{FC401964-9482-4D7D-9D42-BA08E9ECFED7}" dt="2025-11-16T16:29:51.313" v="2210"/>
          <ac:spMkLst>
            <pc:docMk/>
            <pc:sldMk cId="96233453" sldId="277"/>
            <ac:spMk id="2" creationId="{7BA92B44-E1B1-6860-D5EF-698F78F1297F}"/>
          </ac:spMkLst>
        </pc:spChg>
        <pc:picChg chg="add mod">
          <ac:chgData name="JIAHUA WANG" userId="445c6c4e8400985e" providerId="LiveId" clId="{FC401964-9482-4D7D-9D42-BA08E9ECFED7}" dt="2025-11-16T16:30:47.760" v="2225" actId="1076"/>
          <ac:picMkLst>
            <pc:docMk/>
            <pc:sldMk cId="96233453" sldId="277"/>
            <ac:picMk id="5" creationId="{7D82F8F0-E45D-3C7C-EF47-9989BBA2051B}"/>
          </ac:picMkLst>
        </pc:picChg>
        <pc:picChg chg="add mod">
          <ac:chgData name="JIAHUA WANG" userId="445c6c4e8400985e" providerId="LiveId" clId="{FC401964-9482-4D7D-9D42-BA08E9ECFED7}" dt="2025-11-16T16:30:50.054" v="2226" actId="1076"/>
          <ac:picMkLst>
            <pc:docMk/>
            <pc:sldMk cId="96233453" sldId="277"/>
            <ac:picMk id="7" creationId="{3B4BFA76-94B6-13E6-C260-C1EC3CCDF9C1}"/>
          </ac:picMkLst>
        </pc:picChg>
      </pc:sldChg>
      <pc:sldChg chg="addSp modSp new mod">
        <pc:chgData name="JIAHUA WANG" userId="445c6c4e8400985e" providerId="LiveId" clId="{FC401964-9482-4D7D-9D42-BA08E9ECFED7}" dt="2025-11-16T16:30:43.362" v="2223" actId="1076"/>
        <pc:sldMkLst>
          <pc:docMk/>
          <pc:sldMk cId="4077596821" sldId="278"/>
        </pc:sldMkLst>
        <pc:picChg chg="add mod">
          <ac:chgData name="JIAHUA WANG" userId="445c6c4e8400985e" providerId="LiveId" clId="{FC401964-9482-4D7D-9D42-BA08E9ECFED7}" dt="2025-11-16T16:30:43.362" v="2223" actId="1076"/>
          <ac:picMkLst>
            <pc:docMk/>
            <pc:sldMk cId="4077596821" sldId="278"/>
            <ac:picMk id="9" creationId="{8B67C9B4-ADD7-A4C9-D26E-1DCC0C29897D}"/>
          </ac:picMkLst>
        </pc:picChg>
      </pc:sldChg>
      <pc:sldChg chg="addSp delSp modSp add del mod ord">
        <pc:chgData name="JIAHUA WANG" userId="445c6c4e8400985e" providerId="LiveId" clId="{FC401964-9482-4D7D-9D42-BA08E9ECFED7}" dt="2025-11-24T05:54:52.067" v="2899" actId="1076"/>
        <pc:sldMkLst>
          <pc:docMk/>
          <pc:sldMk cId="391375059" sldId="279"/>
        </pc:sldMkLst>
        <pc:spChg chg="del">
          <ac:chgData name="JIAHUA WANG" userId="445c6c4e8400985e" providerId="LiveId" clId="{FC401964-9482-4D7D-9D42-BA08E9ECFED7}" dt="2025-11-24T05:32:19.962" v="2321" actId="478"/>
          <ac:spMkLst>
            <pc:docMk/>
            <pc:sldMk cId="391375059" sldId="279"/>
            <ac:spMk id="2" creationId="{F768431A-ED98-48D8-A1E0-AB762C365B24}"/>
          </ac:spMkLst>
        </pc:spChg>
        <pc:spChg chg="del">
          <ac:chgData name="JIAHUA WANG" userId="445c6c4e8400985e" providerId="LiveId" clId="{FC401964-9482-4D7D-9D42-BA08E9ECFED7}" dt="2025-11-24T05:32:19.962" v="2321" actId="478"/>
          <ac:spMkLst>
            <pc:docMk/>
            <pc:sldMk cId="391375059" sldId="279"/>
            <ac:spMk id="3" creationId="{39F62844-6C24-7EDB-890B-D4DC935A85DF}"/>
          </ac:spMkLst>
        </pc:spChg>
        <pc:spChg chg="del">
          <ac:chgData name="JIAHUA WANG" userId="445c6c4e8400985e" providerId="LiveId" clId="{FC401964-9482-4D7D-9D42-BA08E9ECFED7}" dt="2025-11-24T05:32:19.962" v="2321" actId="478"/>
          <ac:spMkLst>
            <pc:docMk/>
            <pc:sldMk cId="391375059" sldId="279"/>
            <ac:spMk id="11" creationId="{5C16E6E1-AD4C-36C6-8811-E5B8CFC4DAF4}"/>
          </ac:spMkLst>
        </pc:spChg>
        <pc:spChg chg="add mod">
          <ac:chgData name="JIAHUA WANG" userId="445c6c4e8400985e" providerId="LiveId" clId="{FC401964-9482-4D7D-9D42-BA08E9ECFED7}" dt="2025-11-24T05:45:20.104" v="2603" actId="1076"/>
          <ac:spMkLst>
            <pc:docMk/>
            <pc:sldMk cId="391375059" sldId="279"/>
            <ac:spMk id="12" creationId="{A91F66D8-BDA9-AB21-4193-96A1D5E9BC57}"/>
          </ac:spMkLst>
        </pc:spChg>
        <pc:spChg chg="del mod">
          <ac:chgData name="JIAHUA WANG" userId="445c6c4e8400985e" providerId="LiveId" clId="{FC401964-9482-4D7D-9D42-BA08E9ECFED7}" dt="2025-11-24T05:32:19.962" v="2321" actId="478"/>
          <ac:spMkLst>
            <pc:docMk/>
            <pc:sldMk cId="391375059" sldId="279"/>
            <ac:spMk id="14" creationId="{F20A1654-B61E-8125-A13E-67F93EFCDF13}"/>
          </ac:spMkLst>
        </pc:spChg>
        <pc:spChg chg="del">
          <ac:chgData name="JIAHUA WANG" userId="445c6c4e8400985e" providerId="LiveId" clId="{FC401964-9482-4D7D-9D42-BA08E9ECFED7}" dt="2025-11-24T05:32:19.962" v="2321" actId="478"/>
          <ac:spMkLst>
            <pc:docMk/>
            <pc:sldMk cId="391375059" sldId="279"/>
            <ac:spMk id="15" creationId="{84AA48AB-D8B6-7715-88C1-91BEEC4BF485}"/>
          </ac:spMkLst>
        </pc:spChg>
        <pc:spChg chg="del">
          <ac:chgData name="JIAHUA WANG" userId="445c6c4e8400985e" providerId="LiveId" clId="{FC401964-9482-4D7D-9D42-BA08E9ECFED7}" dt="2025-11-24T05:32:17.549" v="2320" actId="478"/>
          <ac:spMkLst>
            <pc:docMk/>
            <pc:sldMk cId="391375059" sldId="279"/>
            <ac:spMk id="16" creationId="{E1EB3251-0F47-C8F0-519D-E65255C015D2}"/>
          </ac:spMkLst>
        </pc:spChg>
        <pc:spChg chg="del">
          <ac:chgData name="JIAHUA WANG" userId="445c6c4e8400985e" providerId="LiveId" clId="{FC401964-9482-4D7D-9D42-BA08E9ECFED7}" dt="2025-11-24T05:32:19.962" v="2321" actId="478"/>
          <ac:spMkLst>
            <pc:docMk/>
            <pc:sldMk cId="391375059" sldId="279"/>
            <ac:spMk id="17" creationId="{A5B1724D-B3A0-83C5-3C90-72C7D910B5EC}"/>
          </ac:spMkLst>
        </pc:spChg>
        <pc:spChg chg="add mod">
          <ac:chgData name="JIAHUA WANG" userId="445c6c4e8400985e" providerId="LiveId" clId="{FC401964-9482-4D7D-9D42-BA08E9ECFED7}" dt="2025-11-24T05:44:49.337" v="2591" actId="1076"/>
          <ac:spMkLst>
            <pc:docMk/>
            <pc:sldMk cId="391375059" sldId="279"/>
            <ac:spMk id="20" creationId="{F6174AB9-E716-9A7A-4A15-C025DC09242E}"/>
          </ac:spMkLst>
        </pc:spChg>
        <pc:spChg chg="add mod">
          <ac:chgData name="JIAHUA WANG" userId="445c6c4e8400985e" providerId="LiveId" clId="{FC401964-9482-4D7D-9D42-BA08E9ECFED7}" dt="2025-11-24T05:46:17.593" v="2649" actId="1076"/>
          <ac:spMkLst>
            <pc:docMk/>
            <pc:sldMk cId="391375059" sldId="279"/>
            <ac:spMk id="23" creationId="{5B6CB307-1805-259C-03AF-A43F761FF9A1}"/>
          </ac:spMkLst>
        </pc:spChg>
        <pc:spChg chg="del">
          <ac:chgData name="JIAHUA WANG" userId="445c6c4e8400985e" providerId="LiveId" clId="{FC401964-9482-4D7D-9D42-BA08E9ECFED7}" dt="2025-11-24T05:32:21.508" v="2322" actId="478"/>
          <ac:spMkLst>
            <pc:docMk/>
            <pc:sldMk cId="391375059" sldId="279"/>
            <ac:spMk id="25" creationId="{5A4ED447-C1EA-F8F8-F5AA-CA2585C9127F}"/>
          </ac:spMkLst>
        </pc:spChg>
        <pc:spChg chg="del">
          <ac:chgData name="JIAHUA WANG" userId="445c6c4e8400985e" providerId="LiveId" clId="{FC401964-9482-4D7D-9D42-BA08E9ECFED7}" dt="2025-11-24T05:32:19.962" v="2321" actId="478"/>
          <ac:spMkLst>
            <pc:docMk/>
            <pc:sldMk cId="391375059" sldId="279"/>
            <ac:spMk id="26" creationId="{47B9CA61-07EC-0B12-CBB8-10D58E7C12C8}"/>
          </ac:spMkLst>
        </pc:spChg>
        <pc:spChg chg="del">
          <ac:chgData name="JIAHUA WANG" userId="445c6c4e8400985e" providerId="LiveId" clId="{FC401964-9482-4D7D-9D42-BA08E9ECFED7}" dt="2025-11-24T05:32:19.962" v="2321" actId="478"/>
          <ac:spMkLst>
            <pc:docMk/>
            <pc:sldMk cId="391375059" sldId="279"/>
            <ac:spMk id="27" creationId="{3E80D3DA-C25C-9F4D-741B-D7CF038637D4}"/>
          </ac:spMkLst>
        </pc:spChg>
        <pc:spChg chg="del">
          <ac:chgData name="JIAHUA WANG" userId="445c6c4e8400985e" providerId="LiveId" clId="{FC401964-9482-4D7D-9D42-BA08E9ECFED7}" dt="2025-11-24T05:32:19.962" v="2321" actId="478"/>
          <ac:spMkLst>
            <pc:docMk/>
            <pc:sldMk cId="391375059" sldId="279"/>
            <ac:spMk id="28" creationId="{D305653D-6999-2C63-AA32-DAB26E6D2DB9}"/>
          </ac:spMkLst>
        </pc:spChg>
        <pc:spChg chg="del">
          <ac:chgData name="JIAHUA WANG" userId="445c6c4e8400985e" providerId="LiveId" clId="{FC401964-9482-4D7D-9D42-BA08E9ECFED7}" dt="2025-11-24T05:32:19.962" v="2321" actId="478"/>
          <ac:spMkLst>
            <pc:docMk/>
            <pc:sldMk cId="391375059" sldId="279"/>
            <ac:spMk id="30" creationId="{DEBBA107-56D9-101B-C90B-0232C042E8C3}"/>
          </ac:spMkLst>
        </pc:spChg>
        <pc:spChg chg="add del mod">
          <ac:chgData name="JIAHUA WANG" userId="445c6c4e8400985e" providerId="LiveId" clId="{FC401964-9482-4D7D-9D42-BA08E9ECFED7}" dt="2025-11-24T05:46:54.839" v="2668" actId="478"/>
          <ac:spMkLst>
            <pc:docMk/>
            <pc:sldMk cId="391375059" sldId="279"/>
            <ac:spMk id="31" creationId="{2A2B67C4-4710-C3C2-4318-FE998B9235CB}"/>
          </ac:spMkLst>
        </pc:spChg>
        <pc:spChg chg="add mod">
          <ac:chgData name="JIAHUA WANG" userId="445c6c4e8400985e" providerId="LiveId" clId="{FC401964-9482-4D7D-9D42-BA08E9ECFED7}" dt="2025-11-24T05:47:18.783" v="2678" actId="14100"/>
          <ac:spMkLst>
            <pc:docMk/>
            <pc:sldMk cId="391375059" sldId="279"/>
            <ac:spMk id="34" creationId="{8BAE5262-CAD4-BAF1-29A3-298BB94A8512}"/>
          </ac:spMkLst>
        </pc:spChg>
        <pc:spChg chg="add mod">
          <ac:chgData name="JIAHUA WANG" userId="445c6c4e8400985e" providerId="LiveId" clId="{FC401964-9482-4D7D-9D42-BA08E9ECFED7}" dt="2025-11-24T05:54:17.331" v="2879" actId="1076"/>
          <ac:spMkLst>
            <pc:docMk/>
            <pc:sldMk cId="391375059" sldId="279"/>
            <ac:spMk id="35" creationId="{98897150-F0CB-8B5B-1AF1-010A5258C239}"/>
          </ac:spMkLst>
        </pc:spChg>
        <pc:spChg chg="add mod">
          <ac:chgData name="JIAHUA WANG" userId="445c6c4e8400985e" providerId="LiveId" clId="{FC401964-9482-4D7D-9D42-BA08E9ECFED7}" dt="2025-11-24T05:54:18.891" v="2880" actId="1076"/>
          <ac:spMkLst>
            <pc:docMk/>
            <pc:sldMk cId="391375059" sldId="279"/>
            <ac:spMk id="37" creationId="{BBED5F72-8AC4-D78A-5E58-CD4A83FBDA09}"/>
          </ac:spMkLst>
        </pc:spChg>
        <pc:spChg chg="add mod">
          <ac:chgData name="JIAHUA WANG" userId="445c6c4e8400985e" providerId="LiveId" clId="{FC401964-9482-4D7D-9D42-BA08E9ECFED7}" dt="2025-11-24T05:50:16.594" v="2848" actId="14100"/>
          <ac:spMkLst>
            <pc:docMk/>
            <pc:sldMk cId="391375059" sldId="279"/>
            <ac:spMk id="39" creationId="{043529C5-39A4-8C49-716B-026F1B8E6690}"/>
          </ac:spMkLst>
        </pc:spChg>
        <pc:spChg chg="add mod">
          <ac:chgData name="JIAHUA WANG" userId="445c6c4e8400985e" providerId="LiveId" clId="{FC401964-9482-4D7D-9D42-BA08E9ECFED7}" dt="2025-11-24T05:54:52.067" v="2899" actId="1076"/>
          <ac:spMkLst>
            <pc:docMk/>
            <pc:sldMk cId="391375059" sldId="279"/>
            <ac:spMk id="40" creationId="{745A3003-E045-CABD-ECE1-2D1340E86D31}"/>
          </ac:spMkLst>
        </pc:spChg>
        <pc:spChg chg="add mod">
          <ac:chgData name="JIAHUA WANG" userId="445c6c4e8400985e" providerId="LiveId" clId="{FC401964-9482-4D7D-9D42-BA08E9ECFED7}" dt="2025-11-24T05:54:43.093" v="2896" actId="14100"/>
          <ac:spMkLst>
            <pc:docMk/>
            <pc:sldMk cId="391375059" sldId="279"/>
            <ac:spMk id="41" creationId="{5552451B-CDFF-A252-CF87-C2C1D0C537F4}"/>
          </ac:spMkLst>
        </pc:spChg>
        <pc:spChg chg="add mod">
          <ac:chgData name="JIAHUA WANG" userId="445c6c4e8400985e" providerId="LiveId" clId="{FC401964-9482-4D7D-9D42-BA08E9ECFED7}" dt="2025-11-24T05:54:46.188" v="2898" actId="1076"/>
          <ac:spMkLst>
            <pc:docMk/>
            <pc:sldMk cId="391375059" sldId="279"/>
            <ac:spMk id="42" creationId="{87F70632-EBCD-FC46-6A9A-B42ABA1AE231}"/>
          </ac:spMkLst>
        </pc:spChg>
        <pc:graphicFrameChg chg="add del mod modGraphic">
          <ac:chgData name="JIAHUA WANG" userId="445c6c4e8400985e" providerId="LiveId" clId="{FC401964-9482-4D7D-9D42-BA08E9ECFED7}" dt="2025-11-24T05:43:39.385" v="2509" actId="478"/>
          <ac:graphicFrameMkLst>
            <pc:docMk/>
            <pc:sldMk cId="391375059" sldId="279"/>
            <ac:graphicFrameMk id="18" creationId="{E3DFE642-2280-A148-E533-7FCD48F07600}"/>
          </ac:graphicFrameMkLst>
        </pc:graphicFrameChg>
        <pc:graphicFrameChg chg="add mod modGraphic">
          <ac:chgData name="JIAHUA WANG" userId="445c6c4e8400985e" providerId="LiveId" clId="{FC401964-9482-4D7D-9D42-BA08E9ECFED7}" dt="2025-11-24T05:45:37.407" v="2606" actId="255"/>
          <ac:graphicFrameMkLst>
            <pc:docMk/>
            <pc:sldMk cId="391375059" sldId="279"/>
            <ac:graphicFrameMk id="19" creationId="{74542220-EE17-036A-3D73-D863279AFE63}"/>
          </ac:graphicFrameMkLst>
        </pc:graphicFrameChg>
        <pc:graphicFrameChg chg="add del mod">
          <ac:chgData name="JIAHUA WANG" userId="445c6c4e8400985e" providerId="LiveId" clId="{FC401964-9482-4D7D-9D42-BA08E9ECFED7}" dt="2025-11-24T05:44:53.543" v="2592" actId="478"/>
          <ac:graphicFrameMkLst>
            <pc:docMk/>
            <pc:sldMk cId="391375059" sldId="279"/>
            <ac:graphicFrameMk id="22" creationId="{0F87E5AC-E0CA-60CB-FF0E-39B42941DD68}"/>
          </ac:graphicFrameMkLst>
        </pc:graphicFrameChg>
        <pc:graphicFrameChg chg="add mod modGraphic">
          <ac:chgData name="JIAHUA WANG" userId="445c6c4e8400985e" providerId="LiveId" clId="{FC401964-9482-4D7D-9D42-BA08E9ECFED7}" dt="2025-11-24T05:50:28.858" v="2867" actId="207"/>
          <ac:graphicFrameMkLst>
            <pc:docMk/>
            <pc:sldMk cId="391375059" sldId="279"/>
            <ac:graphicFrameMk id="29" creationId="{93133030-EE2B-12A0-CEE6-68D2C6018C4F}"/>
          </ac:graphicFrameMkLst>
        </pc:graphicFrameChg>
        <pc:cxnChg chg="add">
          <ac:chgData name="JIAHUA WANG" userId="445c6c4e8400985e" providerId="LiveId" clId="{FC401964-9482-4D7D-9D42-BA08E9ECFED7}" dt="2025-11-24T05:47:01.825" v="2669" actId="11529"/>
          <ac:cxnSpMkLst>
            <pc:docMk/>
            <pc:sldMk cId="391375059" sldId="279"/>
            <ac:cxnSpMk id="33" creationId="{C4C0FC67-26E0-170A-DA6A-6598F6766A3A}"/>
          </ac:cxnSpMkLst>
        </pc:cxnChg>
        <pc:cxnChg chg="add mod">
          <ac:chgData name="JIAHUA WANG" userId="445c6c4e8400985e" providerId="LiveId" clId="{FC401964-9482-4D7D-9D42-BA08E9ECFED7}" dt="2025-11-24T05:54:17.331" v="2879" actId="1076"/>
          <ac:cxnSpMkLst>
            <pc:docMk/>
            <pc:sldMk cId="391375059" sldId="279"/>
            <ac:cxnSpMk id="36" creationId="{38D16570-A09A-2927-794E-849551A9338C}"/>
          </ac:cxnSpMkLst>
        </pc:cxnChg>
      </pc:sldChg>
      <pc:sldChg chg="modSp add del mod">
        <pc:chgData name="JIAHUA WANG" userId="445c6c4e8400985e" providerId="LiveId" clId="{FC401964-9482-4D7D-9D42-BA08E9ECFED7}" dt="2025-11-24T05:36:52.285" v="2375"/>
        <pc:sldMkLst>
          <pc:docMk/>
          <pc:sldMk cId="897050118" sldId="279"/>
        </pc:sldMkLst>
        <pc:spChg chg="mod">
          <ac:chgData name="JIAHUA WANG" userId="445c6c4e8400985e" providerId="LiveId" clId="{FC401964-9482-4D7D-9D42-BA08E9ECFED7}" dt="2025-11-24T05:36:51.222" v="2371" actId="1076"/>
          <ac:spMkLst>
            <pc:docMk/>
            <pc:sldMk cId="897050118" sldId="279"/>
            <ac:spMk id="27" creationId="{37B37DBE-AC17-29BF-1A3E-2060C024D200}"/>
          </ac:spMkLst>
        </pc:spChg>
        <pc:graphicFrameChg chg="mod ord">
          <ac:chgData name="JIAHUA WANG" userId="445c6c4e8400985e" providerId="LiveId" clId="{FC401964-9482-4D7D-9D42-BA08E9ECFED7}" dt="2025-11-24T05:36:51.925" v="2374" actId="1076"/>
          <ac:graphicFrameMkLst>
            <pc:docMk/>
            <pc:sldMk cId="897050118" sldId="279"/>
            <ac:graphicFrameMk id="23" creationId="{2BCBA6B5-9D8B-8142-C636-9185080FC883}"/>
          </ac:graphicFrameMkLst>
        </pc:graphicFrameChg>
      </pc:sldChg>
      <pc:sldChg chg="add mod modShow">
        <pc:chgData name="JIAHUA WANG" userId="445c6c4e8400985e" providerId="LiveId" clId="{FC401964-9482-4D7D-9D42-BA08E9ECFED7}" dt="2025-11-24T15:03:32.010" v="2902" actId="729"/>
        <pc:sldMkLst>
          <pc:docMk/>
          <pc:sldMk cId="2566303609" sldId="280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zh-CN" b="1" dirty="0"/>
              <a:t>Last 30 days expense</a:t>
            </a:r>
            <a:endParaRPr lang="zh-CN" altLang="en-US" b="1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 alt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销售额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C0E-41AC-A303-AF35296094E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0E-41AC-A303-AF35296094E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C0E-41AC-A303-AF35296094E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EC0E-41AC-A303-AF35296094E7}"/>
              </c:ext>
            </c:extLst>
          </c:dPt>
          <c:cat>
            <c:strRef>
              <c:f>Sheet1!$A$2:$A$5</c:f>
              <c:strCache>
                <c:ptCount val="4"/>
                <c:pt idx="0">
                  <c:v>第一季度</c:v>
                </c:pt>
                <c:pt idx="1">
                  <c:v>第二季度</c:v>
                </c:pt>
                <c:pt idx="2">
                  <c:v>第三季度</c:v>
                </c:pt>
                <c:pt idx="3">
                  <c:v>第四季度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36C-4636-AAE4-78D4727AE5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zh-CN" b="1" dirty="0"/>
              <a:t>Last 30 days expense</a:t>
            </a:r>
            <a:endParaRPr lang="zh-CN" altLang="en-US" b="1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 alt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销售额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C0E-41AC-A303-AF35296094E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0E-41AC-A303-AF35296094E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C0E-41AC-A303-AF35296094E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EC0E-41AC-A303-AF35296094E7}"/>
              </c:ext>
            </c:extLst>
          </c:dPt>
          <c:cat>
            <c:strRef>
              <c:f>Sheet1!$A$2:$A$5</c:f>
              <c:strCache>
                <c:ptCount val="4"/>
                <c:pt idx="0">
                  <c:v>第一季度</c:v>
                </c:pt>
                <c:pt idx="1">
                  <c:v>第二季度</c:v>
                </c:pt>
                <c:pt idx="2">
                  <c:v>第三季度</c:v>
                </c:pt>
                <c:pt idx="3">
                  <c:v>第四季度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36C-4636-AAE4-78D4727AE5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E5A3A6-CC27-4D72-9405-93031C9FDB8F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0815CF-D9FD-4177-B8F6-F421B25F6C5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9506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815CF-D9FD-4177-B8F6-F421B25F6C5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12164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815CF-D9FD-4177-B8F6-F421B25F6C5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9097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0815CF-D9FD-4177-B8F6-F421B25F6C5E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71986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444806-64B8-A543-1F47-051613DEE2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F36E95-56A2-E241-1D26-4200B11D73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55DE7A-C3F5-EDBD-5CCF-B4863893C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066B-7947-4354-9071-7D3B4762E118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9FAB5B6-F6DD-AB1C-12BE-11C6637B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3774F1-B85F-A0BC-0AAE-AD2D65561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DCDA-0D2A-4E6A-BC9A-8FF3A9A774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5576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F56EC9-476B-30AE-A37E-5E82CBB5D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87FC94-1B24-D548-2B0C-316F284A8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F83CF9-B974-058D-B812-E9A1437EE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066B-7947-4354-9071-7D3B4762E118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9E5D348-0A88-82D4-DAA4-9366C2C31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BBE5A6-9AEA-4833-2348-D5A06A7CF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DCDA-0D2A-4E6A-BC9A-8FF3A9A774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0424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730FF8-CC34-BC77-01D7-D6D150F9B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BC2996-D0FB-2572-B20B-ACED587083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BABB37-1534-1E22-49DC-D73097D74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066B-7947-4354-9071-7D3B4762E118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E1991C-2A6E-76E5-C841-C72200322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A25F9B-9790-832F-0EC1-13C70698B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DCDA-0D2A-4E6A-BC9A-8FF3A9A774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2463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6C9D83-3F0A-2059-57AB-7E49CD6BF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FB70BCC-B563-2513-AD0B-D3360BAA74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9BCE3D8-9FDF-04D2-65A0-722016EA0C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0460521-E597-0F41-8A3D-2616AC301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066B-7947-4354-9071-7D3B4762E118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754E67C-257B-70DA-0862-2A65759E1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C7A5AB1-293E-E92D-2548-21614EFF9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DCDA-0D2A-4E6A-BC9A-8FF3A9A774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6564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8BE007-BF2D-1499-4025-BB202FDAB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1CD53D3-438D-B4D6-FDCD-6B74533950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527CDF-8091-5960-E4C1-DDA9A2AC03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2636846-E136-2413-8515-3C0A7A877E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8EBFAC4-000F-8785-947C-51A2DD639C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E6D5206-5950-269C-4E93-C613747AC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066B-7947-4354-9071-7D3B4762E118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8959A9B-7DFC-975D-534A-BDD4797BC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FF1A98E-5ED6-4CFD-A10F-A0C40486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DCDA-0D2A-4E6A-BC9A-8FF3A9A774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33548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CA1F2C-93D7-F908-A9EE-83CA379A4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47E37DD-12C7-E106-5534-660F83764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066B-7947-4354-9071-7D3B4762E118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6E65AFE-1F33-C0BE-F513-B1C948B79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F5606E6-61BA-FD27-B794-F1A610B73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DCDA-0D2A-4E6A-BC9A-8FF3A9A774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7222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E47D9B3-7ACE-709C-E322-7E04BFF86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066B-7947-4354-9071-7D3B4762E118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1369B46-2D11-CD64-B5C3-D5BD3385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49736DB-76FF-D084-D177-13CB0C928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DCDA-0D2A-4E6A-BC9A-8FF3A9A774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9874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D75B14-ADDE-E591-0915-B58E2CCC8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7FB542-21BB-F578-7C9C-F8B58DFAAB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F67A894-8364-4376-E91F-B4DC20193D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D38CDC0-6634-36A4-B443-6EFBE9FE1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066B-7947-4354-9071-7D3B4762E118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D1085A4-7CE4-493D-D2E3-54A50F107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97E74FA-186E-64C6-A8E5-795D1AFB9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DCDA-0D2A-4E6A-BC9A-8FF3A9A774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46789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AF4E65-FD0B-A0E0-B6DE-600DF7803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35EEB7D-FBCB-A987-9125-AABCAE22A3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8AECCF6-C378-AF7B-DCA1-216FB02AB5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B4020B7-BA0C-EC6C-23DA-730696566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066B-7947-4354-9071-7D3B4762E118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C27439A-A8CB-6B1C-73CD-8F90F2387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C7503A-37D4-2AE0-414B-B91A249BF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DCDA-0D2A-4E6A-BC9A-8FF3A9A774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09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01DC89-FA52-06AB-1BB3-BCF163985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F50A7F2-4408-106F-7104-AD40A0EF0C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878370-221E-C955-B95C-5B454FE2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066B-7947-4354-9071-7D3B4762E118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0A8CF44-438C-C55C-984E-DFC919C9A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D85786C-846E-47F6-70A4-30E00F775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DCDA-0D2A-4E6A-BC9A-8FF3A9A774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015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9292EF5-16CC-B3D8-37F9-81F37597DE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956BB0F-B4D1-6286-FA4C-D6FA9960B0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20B534-A0CA-4760-5D47-9A9110549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066B-7947-4354-9071-7D3B4762E118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1B5CDDF-0FF3-6E35-1B4A-D85DFB0B0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B5B2F8F-B7CF-E41E-E0A7-194BAA274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F2DCDA-0D2A-4E6A-BC9A-8FF3A9A774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2194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F33B832-3E09-8FEF-B9A9-13257D8C2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F554D3C-5F34-96E4-8144-88F83CBFA4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BEB8C2-6204-7062-3DE6-643D5CE58D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6A066B-7947-4354-9071-7D3B4762E118}" type="datetimeFigureOut">
              <a:rPr lang="zh-CN" altLang="en-US" smtClean="0"/>
              <a:t>2025/11/23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CFD5DBD-52D2-40F2-4953-BD9F135A36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3CC7B05-0679-DDA4-B146-1C4E5BA445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F2DCDA-0D2A-4E6A-BC9A-8FF3A9A774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9300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B4331B-627A-0806-833C-62626D813B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记账</a:t>
            </a:r>
            <a:r>
              <a:rPr lang="en-US" altLang="zh-CN" dirty="0"/>
              <a:t>App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0F792F8-8B0C-8C77-7395-48719B73DE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22217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EA038-87BD-1270-A4BE-02B81144A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459EBDD-84E1-0BF9-135B-B84F58D204CB}"/>
              </a:ext>
            </a:extLst>
          </p:cNvPr>
          <p:cNvSpPr/>
          <p:nvPr/>
        </p:nvSpPr>
        <p:spPr>
          <a:xfrm>
            <a:off x="11941351" y="1459188"/>
            <a:ext cx="153552" cy="49864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E9336C-D2A8-9511-C326-F13973F77C5D}"/>
              </a:ext>
            </a:extLst>
          </p:cNvPr>
          <p:cNvSpPr/>
          <p:nvPr/>
        </p:nvSpPr>
        <p:spPr>
          <a:xfrm>
            <a:off x="0" y="0"/>
            <a:ext cx="12192000" cy="1011134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5189EB87-E893-71D4-E09F-2A007BB96AEA}"/>
              </a:ext>
            </a:extLst>
          </p:cNvPr>
          <p:cNvGrpSpPr/>
          <p:nvPr/>
        </p:nvGrpSpPr>
        <p:grpSpPr>
          <a:xfrm>
            <a:off x="11314385" y="187629"/>
            <a:ext cx="635876" cy="635876"/>
            <a:chOff x="10930759" y="183931"/>
            <a:chExt cx="725214" cy="725214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CC803DCB-19F1-60A5-57F8-F03164C2774B}"/>
                </a:ext>
              </a:extLst>
            </p:cNvPr>
            <p:cNvSpPr/>
            <p:nvPr/>
          </p:nvSpPr>
          <p:spPr>
            <a:xfrm>
              <a:off x="10930759" y="183931"/>
              <a:ext cx="725214" cy="725214"/>
            </a:xfrm>
            <a:prstGeom prst="ellipse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" name="流程图: 延期 4">
              <a:extLst>
                <a:ext uri="{FF2B5EF4-FFF2-40B4-BE49-F238E27FC236}">
                  <a16:creationId xmlns:a16="http://schemas.microsoft.com/office/drawing/2014/main" id="{CB993C09-B3CE-B858-9737-B19D627472B0}"/>
                </a:ext>
              </a:extLst>
            </p:cNvPr>
            <p:cNvSpPr/>
            <p:nvPr/>
          </p:nvSpPr>
          <p:spPr>
            <a:xfrm rot="16200000">
              <a:off x="11148849" y="472042"/>
              <a:ext cx="289034" cy="374963"/>
            </a:xfrm>
            <a:prstGeom prst="flowChartDelay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00D04BE7-1577-7B63-505C-410FD4D825C8}"/>
                </a:ext>
              </a:extLst>
            </p:cNvPr>
            <p:cNvSpPr/>
            <p:nvPr/>
          </p:nvSpPr>
          <p:spPr>
            <a:xfrm>
              <a:off x="11183008" y="294291"/>
              <a:ext cx="220715" cy="220715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4708D627-7EB4-42F1-7A85-DD51F19631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1120779"/>
              </p:ext>
            </p:extLst>
          </p:nvPr>
        </p:nvGraphicFramePr>
        <p:xfrm>
          <a:off x="-1" y="1011134"/>
          <a:ext cx="2659117" cy="5817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117">
                  <a:extLst>
                    <a:ext uri="{9D8B030D-6E8A-4147-A177-3AD203B41FA5}">
                      <a16:colId xmlns:a16="http://schemas.microsoft.com/office/drawing/2014/main" val="3260511678"/>
                    </a:ext>
                  </a:extLst>
                </a:gridCol>
              </a:tblGrid>
              <a:tr h="831110">
                <a:tc>
                  <a:txBody>
                    <a:bodyPr/>
                    <a:lstStyle/>
                    <a:p>
                      <a:r>
                        <a:rPr lang="en-US" altLang="zh-CN" dirty="0"/>
                        <a:t>Home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5850247"/>
                  </a:ext>
                </a:extLst>
              </a:tr>
              <a:tr h="83110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CN"/>
                        <a:t>Chart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2388693"/>
                  </a:ext>
                </a:extLst>
              </a:tr>
              <a:tr h="8311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/>
                        <a:t>Modify data</a:t>
                      </a:r>
                      <a:r>
                        <a:rPr lang="zh-CN" altLang="en-US" dirty="0"/>
                        <a:t>（</a:t>
                      </a:r>
                      <a:r>
                        <a:rPr lang="en-US" altLang="zh-CN" dirty="0"/>
                        <a:t>CRUD</a:t>
                      </a:r>
                      <a:r>
                        <a:rPr lang="zh-CN" altLang="en-US" dirty="0"/>
                        <a:t>）</a:t>
                      </a:r>
                    </a:p>
                    <a:p>
                      <a:pPr lvl="0">
                        <a:buNone/>
                      </a:pPr>
                      <a:endParaRPr lang="zh-C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6401917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780905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0728730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911200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213803"/>
                  </a:ext>
                </a:extLst>
              </a:tr>
            </a:tbl>
          </a:graphicData>
        </a:graphic>
      </p:graphicFrame>
      <p:graphicFrame>
        <p:nvGraphicFramePr>
          <p:cNvPr id="13" name="图表 12">
            <a:extLst>
              <a:ext uri="{FF2B5EF4-FFF2-40B4-BE49-F238E27FC236}">
                <a16:creationId xmlns:a16="http://schemas.microsoft.com/office/drawing/2014/main" id="{C302E3B0-2CD7-7F50-8934-A40446A05D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8408002"/>
              </p:ext>
            </p:extLst>
          </p:nvPr>
        </p:nvGraphicFramePr>
        <p:xfrm>
          <a:off x="6698708" y="1242184"/>
          <a:ext cx="4012324" cy="26748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矩形 13">
            <a:extLst>
              <a:ext uri="{FF2B5EF4-FFF2-40B4-BE49-F238E27FC236}">
                <a16:creationId xmlns:a16="http://schemas.microsoft.com/office/drawing/2014/main" id="{CD474923-6D18-4425-5B8F-47D6AAB29166}"/>
              </a:ext>
            </a:extLst>
          </p:cNvPr>
          <p:cNvSpPr/>
          <p:nvPr/>
        </p:nvSpPr>
        <p:spPr>
          <a:xfrm>
            <a:off x="4391055" y="1679134"/>
            <a:ext cx="1219200" cy="30418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368C64B-CEED-F715-951E-59A952678715}"/>
              </a:ext>
            </a:extLst>
          </p:cNvPr>
          <p:cNvSpPr txBox="1"/>
          <p:nvPr/>
        </p:nvSpPr>
        <p:spPr>
          <a:xfrm>
            <a:off x="3209172" y="1646560"/>
            <a:ext cx="1148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Start date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BD4EEDF-DD9D-D3D7-39A8-76DA8CF40733}"/>
              </a:ext>
            </a:extLst>
          </p:cNvPr>
          <p:cNvSpPr/>
          <p:nvPr/>
        </p:nvSpPr>
        <p:spPr>
          <a:xfrm>
            <a:off x="4391055" y="2073246"/>
            <a:ext cx="1219200" cy="30418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8596389-58C4-F210-3910-62049895EC68}"/>
              </a:ext>
            </a:extLst>
          </p:cNvPr>
          <p:cNvSpPr txBox="1"/>
          <p:nvPr/>
        </p:nvSpPr>
        <p:spPr>
          <a:xfrm>
            <a:off x="3209172" y="2040672"/>
            <a:ext cx="1063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End date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AED9EDF-7D47-5370-46AE-A104C11A0FD8}"/>
              </a:ext>
            </a:extLst>
          </p:cNvPr>
          <p:cNvSpPr txBox="1"/>
          <p:nvPr/>
        </p:nvSpPr>
        <p:spPr>
          <a:xfrm>
            <a:off x="299275" y="284394"/>
            <a:ext cx="1463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Website Title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2056F3A-2A6F-0F40-09B6-2FD25E16F3F6}"/>
              </a:ext>
            </a:extLst>
          </p:cNvPr>
          <p:cNvSpPr/>
          <p:nvPr/>
        </p:nvSpPr>
        <p:spPr>
          <a:xfrm>
            <a:off x="10004350" y="271003"/>
            <a:ext cx="1151919" cy="37837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Language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152C011-2942-A3BE-4F4D-06580983FD1C}"/>
              </a:ext>
            </a:extLst>
          </p:cNvPr>
          <p:cNvSpPr txBox="1"/>
          <p:nvPr/>
        </p:nvSpPr>
        <p:spPr>
          <a:xfrm>
            <a:off x="9815217" y="2198632"/>
            <a:ext cx="3792696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zh-CN" dirty="0">
                <a:ea typeface="等线"/>
              </a:rPr>
              <a:t>Total: 	</a:t>
            </a:r>
            <a:r>
              <a:rPr lang="en-US" altLang="zh-CN" dirty="0">
                <a:solidFill>
                  <a:srgbClr val="FF0000"/>
                </a:solidFill>
                <a:ea typeface="等线"/>
              </a:rPr>
              <a:t>170000 JPY (XXXRMB)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en-US" altLang="zh-CN" dirty="0"/>
              <a:t>JPY: 	</a:t>
            </a:r>
            <a:r>
              <a:rPr lang="en-US" altLang="zh-CN" dirty="0">
                <a:solidFill>
                  <a:srgbClr val="FF0000"/>
                </a:solidFill>
              </a:rPr>
              <a:t>160000 JPY</a:t>
            </a:r>
          </a:p>
          <a:p>
            <a:r>
              <a:rPr lang="en-US" altLang="zh-CN" dirty="0"/>
              <a:t>RMB: 	</a:t>
            </a:r>
            <a:r>
              <a:rPr lang="en-US" altLang="zh-CN" dirty="0">
                <a:solidFill>
                  <a:srgbClr val="FF0000"/>
                </a:solidFill>
              </a:rPr>
              <a:t>10000 RMB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C91071D-EE8B-ECAD-CBB0-FC249A3CB74E}"/>
              </a:ext>
            </a:extLst>
          </p:cNvPr>
          <p:cNvSpPr txBox="1"/>
          <p:nvPr/>
        </p:nvSpPr>
        <p:spPr>
          <a:xfrm>
            <a:off x="3272147" y="2800040"/>
            <a:ext cx="3841116" cy="1477328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zh-CN" dirty="0">
                <a:ea typeface="+mn-lt"/>
                <a:cs typeface="+mn-lt"/>
              </a:rPr>
              <a:t>□ </a:t>
            </a:r>
            <a:r>
              <a:rPr lang="en-US" dirty="0">
                <a:ea typeface="+mn-lt"/>
                <a:cs typeface="+mn-lt"/>
              </a:rPr>
              <a:t>ALL</a:t>
            </a:r>
            <a:endParaRPr lang="zh-CN" dirty="0">
              <a:ea typeface="+mn-lt"/>
              <a:cs typeface="+mn-lt"/>
            </a:endParaRPr>
          </a:p>
          <a:p>
            <a:r>
              <a:rPr lang="zh-CN" altLang="en-US" dirty="0">
                <a:ea typeface="等线"/>
              </a:rPr>
              <a:t>■ </a:t>
            </a:r>
            <a:r>
              <a:rPr lang="en-US" altLang="zh-CN" dirty="0">
                <a:ea typeface="等线"/>
              </a:rPr>
              <a:t>Meal		</a:t>
            </a:r>
            <a:r>
              <a:rPr lang="zh-CN" altLang="en-US" dirty="0">
                <a:ea typeface="等线"/>
              </a:rPr>
              <a:t>■</a:t>
            </a:r>
            <a:r>
              <a:rPr lang="en-US" altLang="zh-CN" dirty="0">
                <a:ea typeface="等线"/>
              </a:rPr>
              <a:t> Daily expense</a:t>
            </a:r>
            <a:endParaRPr lang="en-US" dirty="0">
              <a:ea typeface="等线"/>
            </a:endParaRPr>
          </a:p>
          <a:p>
            <a:r>
              <a:rPr lang="zh-CN" altLang="en-US" dirty="0"/>
              <a:t>□ </a:t>
            </a:r>
            <a:r>
              <a:rPr lang="en-US" altLang="zh-CN" dirty="0"/>
              <a:t>Fixed expense	</a:t>
            </a:r>
            <a:r>
              <a:rPr lang="zh-CN" altLang="en-US" dirty="0"/>
              <a:t>□ </a:t>
            </a:r>
            <a:r>
              <a:rPr lang="en-US" altLang="zh-CN" dirty="0"/>
              <a:t>Transportation </a:t>
            </a:r>
          </a:p>
          <a:p>
            <a:r>
              <a:rPr lang="zh-CN" altLang="en-US" dirty="0"/>
              <a:t>□ </a:t>
            </a:r>
            <a:r>
              <a:rPr lang="en-US" altLang="zh-CN" dirty="0"/>
              <a:t>Entertainment  	</a:t>
            </a:r>
          </a:p>
          <a:p>
            <a:r>
              <a:rPr lang="en-US" altLang="zh-CN" dirty="0">
                <a:ea typeface="等线"/>
              </a:rPr>
              <a:t>……</a:t>
            </a:r>
            <a:r>
              <a:rPr lang="en-US" dirty="0">
                <a:ea typeface="+mn-lt"/>
                <a:cs typeface="+mn-lt"/>
              </a:rPr>
              <a:t>（Default all selected）</a:t>
            </a:r>
            <a:endParaRPr lang="zh-CN" altLang="en-US" dirty="0">
              <a:ea typeface="+mn-lt"/>
              <a:cs typeface="+mn-lt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E0CF057-E66D-EFF3-F072-ED63A009E16F}"/>
              </a:ext>
            </a:extLst>
          </p:cNvPr>
          <p:cNvSpPr/>
          <p:nvPr/>
        </p:nvSpPr>
        <p:spPr>
          <a:xfrm>
            <a:off x="4548010" y="4356901"/>
            <a:ext cx="840827" cy="37837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Select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A6FCA7B-99B5-56AD-ED56-2AFE5E6C96D1}"/>
              </a:ext>
            </a:extLst>
          </p:cNvPr>
          <p:cNvSpPr/>
          <p:nvPr/>
        </p:nvSpPr>
        <p:spPr>
          <a:xfrm>
            <a:off x="10888728" y="3465035"/>
            <a:ext cx="824647" cy="37837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JPY</a:t>
            </a:r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2576AFA-AA0D-A8D1-D6DD-FA63DBEF9492}"/>
              </a:ext>
            </a:extLst>
          </p:cNvPr>
          <p:cNvSpPr txBox="1"/>
          <p:nvPr/>
        </p:nvSpPr>
        <p:spPr>
          <a:xfrm>
            <a:off x="9587305" y="3469555"/>
            <a:ext cx="12758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Currency: 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F22171F-D558-A2FC-BAAF-D6E6A2BF63D6}"/>
              </a:ext>
            </a:extLst>
          </p:cNvPr>
          <p:cNvSpPr txBox="1"/>
          <p:nvPr/>
        </p:nvSpPr>
        <p:spPr>
          <a:xfrm>
            <a:off x="5705144" y="1302494"/>
            <a:ext cx="2270860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zh-CN" dirty="0" err="1">
                <a:ea typeface="等线"/>
              </a:rPr>
              <a:t>加一个单选框</a:t>
            </a:r>
            <a:r>
              <a:rPr lang="en-US" altLang="zh-CN" dirty="0">
                <a:ea typeface="等线"/>
              </a:rPr>
              <a:t>，</a:t>
            </a:r>
          </a:p>
          <a:p>
            <a:r>
              <a:rPr lang="en-US" altLang="zh-CN" dirty="0" err="1">
                <a:ea typeface="等线"/>
              </a:rPr>
              <a:t>选了之后日期自动变</a:t>
            </a:r>
            <a:endParaRPr lang="en-US" altLang="zh-CN" dirty="0">
              <a:ea typeface="等线"/>
            </a:endParaRPr>
          </a:p>
          <a:p>
            <a:r>
              <a:rPr lang="en-US" altLang="zh-CN" dirty="0">
                <a:ea typeface="等线"/>
              </a:rPr>
              <a:t>Last 7 days</a:t>
            </a:r>
          </a:p>
          <a:p>
            <a:r>
              <a:rPr lang="en-US" altLang="zh-CN" dirty="0">
                <a:ea typeface="等线"/>
              </a:rPr>
              <a:t>last 30days</a:t>
            </a:r>
          </a:p>
          <a:p>
            <a:r>
              <a:rPr lang="en-US" altLang="zh-CN" dirty="0">
                <a:ea typeface="等线"/>
              </a:rPr>
              <a:t>This month</a:t>
            </a:r>
          </a:p>
          <a:p>
            <a:r>
              <a:rPr lang="en-US" altLang="zh-CN" dirty="0">
                <a:ea typeface="等线"/>
              </a:rPr>
              <a:t>…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6F705A6-95AC-6B4E-3E68-4924540D0625}"/>
              </a:ext>
            </a:extLst>
          </p:cNvPr>
          <p:cNvSpPr txBox="1"/>
          <p:nvPr/>
        </p:nvSpPr>
        <p:spPr>
          <a:xfrm>
            <a:off x="11004480" y="1121805"/>
            <a:ext cx="14141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Scroll down</a:t>
            </a:r>
            <a:endParaRPr lang="zh-CN" altLang="en-US" b="1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BDE996F-E53C-0054-6FA0-4388E545AFEC}"/>
              </a:ext>
            </a:extLst>
          </p:cNvPr>
          <p:cNvSpPr txBox="1"/>
          <p:nvPr/>
        </p:nvSpPr>
        <p:spPr>
          <a:xfrm>
            <a:off x="3272147" y="4932566"/>
            <a:ext cx="87382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对比</a:t>
            </a:r>
            <a:r>
              <a:rPr lang="en-US" altLang="zh-CN" b="1" dirty="0"/>
              <a:t>xxx</a:t>
            </a:r>
            <a:r>
              <a:rPr lang="zh-CN" altLang="en-US" b="1" dirty="0"/>
              <a:t>，各项消费的占比，以及按日平均推算的差值，显示一个百分比</a:t>
            </a:r>
            <a:r>
              <a:rPr lang="en-US" altLang="zh-CN" b="1" dirty="0"/>
              <a:t>bar</a:t>
            </a:r>
          </a:p>
          <a:p>
            <a:r>
              <a:rPr lang="zh-CN" altLang="en-US" b="1" dirty="0"/>
              <a:t>（</a:t>
            </a:r>
            <a:r>
              <a:rPr lang="en-US" altLang="zh-CN" b="1" dirty="0"/>
              <a:t>xxx</a:t>
            </a:r>
            <a:r>
              <a:rPr lang="zh-CN" altLang="en-US" b="1" dirty="0"/>
              <a:t>可以是上月，过去</a:t>
            </a:r>
            <a:r>
              <a:rPr lang="en-US" altLang="zh-CN" b="1" dirty="0"/>
              <a:t>12</a:t>
            </a:r>
            <a:r>
              <a:rPr lang="zh-CN" altLang="en-US" b="1" dirty="0"/>
              <a:t>个月的平均，或者去年同月，用单选框圆点来做选择）</a:t>
            </a:r>
          </a:p>
        </p:txBody>
      </p:sp>
    </p:spTree>
    <p:extLst>
      <p:ext uri="{BB962C8B-B14F-4D97-AF65-F5344CB8AC3E}">
        <p14:creationId xmlns:p14="http://schemas.microsoft.com/office/powerpoint/2010/main" val="855658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BFAB28B2-EE2E-EB89-9DA6-84A3975E0598}"/>
              </a:ext>
            </a:extLst>
          </p:cNvPr>
          <p:cNvSpPr/>
          <p:nvPr/>
        </p:nvSpPr>
        <p:spPr>
          <a:xfrm>
            <a:off x="0" y="0"/>
            <a:ext cx="12192000" cy="1011134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AE4769F5-E0A7-9F07-B73D-F9FD010C63C6}"/>
              </a:ext>
            </a:extLst>
          </p:cNvPr>
          <p:cNvGrpSpPr/>
          <p:nvPr/>
        </p:nvGrpSpPr>
        <p:grpSpPr>
          <a:xfrm>
            <a:off x="11314385" y="187629"/>
            <a:ext cx="635876" cy="635876"/>
            <a:chOff x="10930759" y="183931"/>
            <a:chExt cx="725214" cy="725214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A0190D73-35E3-7BD7-E68B-8562D8D6FEF6}"/>
                </a:ext>
              </a:extLst>
            </p:cNvPr>
            <p:cNvSpPr/>
            <p:nvPr/>
          </p:nvSpPr>
          <p:spPr>
            <a:xfrm>
              <a:off x="10930759" y="183931"/>
              <a:ext cx="725214" cy="725214"/>
            </a:xfrm>
            <a:prstGeom prst="ellipse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" name="流程图: 延期 4">
              <a:extLst>
                <a:ext uri="{FF2B5EF4-FFF2-40B4-BE49-F238E27FC236}">
                  <a16:creationId xmlns:a16="http://schemas.microsoft.com/office/drawing/2014/main" id="{3A93A9F7-1C77-7080-BE04-FA3682DBFE53}"/>
                </a:ext>
              </a:extLst>
            </p:cNvPr>
            <p:cNvSpPr/>
            <p:nvPr/>
          </p:nvSpPr>
          <p:spPr>
            <a:xfrm rot="16200000">
              <a:off x="11148849" y="472042"/>
              <a:ext cx="289034" cy="374963"/>
            </a:xfrm>
            <a:prstGeom prst="flowChartDelay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D22DC40D-C0F1-CDC3-F6BA-944979D68045}"/>
                </a:ext>
              </a:extLst>
            </p:cNvPr>
            <p:cNvSpPr/>
            <p:nvPr/>
          </p:nvSpPr>
          <p:spPr>
            <a:xfrm>
              <a:off x="11183008" y="294291"/>
              <a:ext cx="220715" cy="220715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F5B9A775-FED0-CE09-A6F2-18EC9C35F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5520278"/>
              </p:ext>
            </p:extLst>
          </p:nvPr>
        </p:nvGraphicFramePr>
        <p:xfrm>
          <a:off x="-1" y="1011134"/>
          <a:ext cx="2659117" cy="5817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117">
                  <a:extLst>
                    <a:ext uri="{9D8B030D-6E8A-4147-A177-3AD203B41FA5}">
                      <a16:colId xmlns:a16="http://schemas.microsoft.com/office/drawing/2014/main" val="3260511678"/>
                    </a:ext>
                  </a:extLst>
                </a:gridCol>
              </a:tblGrid>
              <a:tr h="831110">
                <a:tc>
                  <a:txBody>
                    <a:bodyPr/>
                    <a:lstStyle/>
                    <a:p>
                      <a:r>
                        <a:rPr lang="en-US" altLang="zh-CN" dirty="0"/>
                        <a:t>Home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5850247"/>
                  </a:ext>
                </a:extLst>
              </a:tr>
              <a:tr h="83110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CN" dirty="0"/>
                        <a:t>Chart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2388693"/>
                  </a:ext>
                </a:extLst>
              </a:tr>
              <a:tr h="8311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/>
                        <a:t>Modify data</a:t>
                      </a:r>
                      <a:r>
                        <a:rPr lang="zh-CN" altLang="en-US" dirty="0"/>
                        <a:t>（</a:t>
                      </a:r>
                      <a:r>
                        <a:rPr lang="en-US" altLang="zh-CN" dirty="0"/>
                        <a:t>CRUD</a:t>
                      </a:r>
                      <a:r>
                        <a:rPr lang="zh-CN" altLang="en-US" dirty="0"/>
                        <a:t>）</a:t>
                      </a:r>
                    </a:p>
                    <a:p>
                      <a:pPr lvl="0">
                        <a:buNone/>
                      </a:pPr>
                      <a:endParaRPr lang="zh-C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6401917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780905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0728730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911200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213803"/>
                  </a:ext>
                </a:extLst>
              </a:tr>
            </a:tbl>
          </a:graphicData>
        </a:graphic>
      </p:graphicFrame>
      <p:graphicFrame>
        <p:nvGraphicFramePr>
          <p:cNvPr id="13" name="图表 12">
            <a:extLst>
              <a:ext uri="{FF2B5EF4-FFF2-40B4-BE49-F238E27FC236}">
                <a16:creationId xmlns:a16="http://schemas.microsoft.com/office/drawing/2014/main" id="{A7961FD9-E9D0-318E-D3B7-E0CA1E1E811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7777639"/>
              </p:ext>
            </p:extLst>
          </p:nvPr>
        </p:nvGraphicFramePr>
        <p:xfrm>
          <a:off x="6698708" y="1242184"/>
          <a:ext cx="4012324" cy="26748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矩形 13">
            <a:extLst>
              <a:ext uri="{FF2B5EF4-FFF2-40B4-BE49-F238E27FC236}">
                <a16:creationId xmlns:a16="http://schemas.microsoft.com/office/drawing/2014/main" id="{319087F9-DD18-A891-3D37-D865A55D7598}"/>
              </a:ext>
            </a:extLst>
          </p:cNvPr>
          <p:cNvSpPr/>
          <p:nvPr/>
        </p:nvSpPr>
        <p:spPr>
          <a:xfrm>
            <a:off x="4391055" y="1679134"/>
            <a:ext cx="1219200" cy="30418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3066D46-3B89-5CD2-1FFB-08070FE52E44}"/>
              </a:ext>
            </a:extLst>
          </p:cNvPr>
          <p:cNvSpPr txBox="1"/>
          <p:nvPr/>
        </p:nvSpPr>
        <p:spPr>
          <a:xfrm>
            <a:off x="3209172" y="1646560"/>
            <a:ext cx="1148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Start date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5DEFFDA-70AA-2BC1-349C-5968B6BD41D5}"/>
              </a:ext>
            </a:extLst>
          </p:cNvPr>
          <p:cNvSpPr/>
          <p:nvPr/>
        </p:nvSpPr>
        <p:spPr>
          <a:xfrm>
            <a:off x="4391055" y="2073246"/>
            <a:ext cx="1219200" cy="30418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22A728F-6559-B201-C643-4174B45C81EF}"/>
              </a:ext>
            </a:extLst>
          </p:cNvPr>
          <p:cNvSpPr txBox="1"/>
          <p:nvPr/>
        </p:nvSpPr>
        <p:spPr>
          <a:xfrm>
            <a:off x="3209172" y="2040672"/>
            <a:ext cx="1063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End date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9F45957-AD60-F44C-C2C2-4FC6204C34FC}"/>
              </a:ext>
            </a:extLst>
          </p:cNvPr>
          <p:cNvSpPr txBox="1"/>
          <p:nvPr/>
        </p:nvSpPr>
        <p:spPr>
          <a:xfrm>
            <a:off x="299275" y="284394"/>
            <a:ext cx="1463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Website Title</a:t>
            </a:r>
            <a:endParaRPr lang="zh-CN" altLang="en-US" dirty="0"/>
          </a:p>
        </p:txBody>
      </p:sp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A3B4DF62-F33A-2D25-FAFF-9C3374EBDE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7177837"/>
              </p:ext>
            </p:extLst>
          </p:nvPr>
        </p:nvGraphicFramePr>
        <p:xfrm>
          <a:off x="3179779" y="5074191"/>
          <a:ext cx="8533596" cy="148336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330318">
                  <a:extLst>
                    <a:ext uri="{9D8B030D-6E8A-4147-A177-3AD203B41FA5}">
                      <a16:colId xmlns:a16="http://schemas.microsoft.com/office/drawing/2014/main" val="3257332128"/>
                    </a:ext>
                  </a:extLst>
                </a:gridCol>
                <a:gridCol w="2019256">
                  <a:extLst>
                    <a:ext uri="{9D8B030D-6E8A-4147-A177-3AD203B41FA5}">
                      <a16:colId xmlns:a16="http://schemas.microsoft.com/office/drawing/2014/main" val="2654629363"/>
                    </a:ext>
                  </a:extLst>
                </a:gridCol>
                <a:gridCol w="2647695">
                  <a:extLst>
                    <a:ext uri="{9D8B030D-6E8A-4147-A177-3AD203B41FA5}">
                      <a16:colId xmlns:a16="http://schemas.microsoft.com/office/drawing/2014/main" val="1732356494"/>
                    </a:ext>
                  </a:extLst>
                </a:gridCol>
                <a:gridCol w="2317975">
                  <a:extLst>
                    <a:ext uri="{9D8B030D-6E8A-4147-A177-3AD203B41FA5}">
                      <a16:colId xmlns:a16="http://schemas.microsoft.com/office/drawing/2014/main" val="467917464"/>
                    </a:ext>
                  </a:extLst>
                </a:gridCol>
                <a:gridCol w="1218352">
                  <a:extLst>
                    <a:ext uri="{9D8B030D-6E8A-4147-A177-3AD203B41FA5}">
                      <a16:colId xmlns:a16="http://schemas.microsoft.com/office/drawing/2014/main" val="1434743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Expense Amount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Expense Name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Expense Category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Currency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0147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1000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xxxxxx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Xxxxx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JPY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266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57636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3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820401"/>
                  </a:ext>
                </a:extLst>
              </a:tr>
            </a:tbl>
          </a:graphicData>
        </a:graphic>
      </p:graphicFrame>
      <p:sp>
        <p:nvSpPr>
          <p:cNvPr id="24" name="矩形 23">
            <a:extLst>
              <a:ext uri="{FF2B5EF4-FFF2-40B4-BE49-F238E27FC236}">
                <a16:creationId xmlns:a16="http://schemas.microsoft.com/office/drawing/2014/main" id="{6736DE60-3E6C-05ED-D1CB-CEA73675C867}"/>
              </a:ext>
            </a:extLst>
          </p:cNvPr>
          <p:cNvSpPr/>
          <p:nvPr/>
        </p:nvSpPr>
        <p:spPr>
          <a:xfrm>
            <a:off x="10004350" y="271003"/>
            <a:ext cx="1151919" cy="37837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Language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7B233B8-F0CF-F932-0BFB-61211CFC04AE}"/>
              </a:ext>
            </a:extLst>
          </p:cNvPr>
          <p:cNvSpPr txBox="1"/>
          <p:nvPr/>
        </p:nvSpPr>
        <p:spPr>
          <a:xfrm>
            <a:off x="9815217" y="2198632"/>
            <a:ext cx="3792696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zh-CN" dirty="0">
                <a:ea typeface="等线"/>
              </a:rPr>
              <a:t>Total: 	</a:t>
            </a:r>
            <a:r>
              <a:rPr lang="en-US" altLang="zh-CN" dirty="0">
                <a:solidFill>
                  <a:srgbClr val="FF0000"/>
                </a:solidFill>
                <a:ea typeface="等线"/>
              </a:rPr>
              <a:t>170000 JPY (XXXRMB)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en-US" altLang="zh-CN" dirty="0"/>
              <a:t>JPY: 	</a:t>
            </a:r>
            <a:r>
              <a:rPr lang="en-US" altLang="zh-CN" dirty="0">
                <a:solidFill>
                  <a:srgbClr val="FF0000"/>
                </a:solidFill>
              </a:rPr>
              <a:t>160000 JPY</a:t>
            </a:r>
          </a:p>
          <a:p>
            <a:r>
              <a:rPr lang="en-US" altLang="zh-CN" dirty="0"/>
              <a:t>RMB: 	</a:t>
            </a:r>
            <a:r>
              <a:rPr lang="en-US" altLang="zh-CN" dirty="0">
                <a:solidFill>
                  <a:srgbClr val="FF0000"/>
                </a:solidFill>
              </a:rPr>
              <a:t>500 RMB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EEADD45-A4DA-AF71-6595-1251DDC6108B}"/>
              </a:ext>
            </a:extLst>
          </p:cNvPr>
          <p:cNvSpPr/>
          <p:nvPr/>
        </p:nvSpPr>
        <p:spPr>
          <a:xfrm>
            <a:off x="10888728" y="3465035"/>
            <a:ext cx="824647" cy="37837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JPY</a:t>
            </a:r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E59C5BC-DB49-58E5-2535-F91195B92143}"/>
              </a:ext>
            </a:extLst>
          </p:cNvPr>
          <p:cNvSpPr txBox="1"/>
          <p:nvPr/>
        </p:nvSpPr>
        <p:spPr>
          <a:xfrm>
            <a:off x="9587305" y="3469555"/>
            <a:ext cx="12758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Currency: 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BFDAB0B-34E9-E37E-0349-ADC227088460}"/>
              </a:ext>
            </a:extLst>
          </p:cNvPr>
          <p:cNvSpPr txBox="1"/>
          <p:nvPr/>
        </p:nvSpPr>
        <p:spPr>
          <a:xfrm>
            <a:off x="5761863" y="1459188"/>
            <a:ext cx="2270860" cy="14773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zh-CN" dirty="0" err="1">
                <a:ea typeface="等线"/>
              </a:rPr>
              <a:t>加一个单选框</a:t>
            </a:r>
            <a:r>
              <a:rPr lang="en-US" altLang="zh-CN" dirty="0">
                <a:ea typeface="等线"/>
              </a:rPr>
              <a:t>，</a:t>
            </a:r>
          </a:p>
          <a:p>
            <a:r>
              <a:rPr lang="en-US" altLang="zh-CN" dirty="0" err="1">
                <a:ea typeface="等线"/>
              </a:rPr>
              <a:t>选了之后日期自动变</a:t>
            </a:r>
            <a:endParaRPr lang="en-US" altLang="zh-CN" dirty="0">
              <a:ea typeface="等线"/>
            </a:endParaRPr>
          </a:p>
          <a:p>
            <a:r>
              <a:rPr lang="en-US" altLang="zh-CN" dirty="0">
                <a:ea typeface="等线"/>
              </a:rPr>
              <a:t>Last 7 days</a:t>
            </a:r>
          </a:p>
          <a:p>
            <a:r>
              <a:rPr lang="en-US" altLang="zh-CN" dirty="0">
                <a:ea typeface="等线"/>
              </a:rPr>
              <a:t>last 30days</a:t>
            </a:r>
          </a:p>
          <a:p>
            <a:r>
              <a:rPr lang="en-US" altLang="zh-CN" dirty="0">
                <a:ea typeface="等线"/>
              </a:rPr>
              <a:t>….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1B27980-0D49-FFE0-3C3A-91E6CD8C50CF}"/>
              </a:ext>
            </a:extLst>
          </p:cNvPr>
          <p:cNvSpPr/>
          <p:nvPr/>
        </p:nvSpPr>
        <p:spPr>
          <a:xfrm>
            <a:off x="11941351" y="1459188"/>
            <a:ext cx="153552" cy="49864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5BF0780-4848-DC77-6A69-66E1F832B2EF}"/>
              </a:ext>
            </a:extLst>
          </p:cNvPr>
          <p:cNvSpPr txBox="1"/>
          <p:nvPr/>
        </p:nvSpPr>
        <p:spPr>
          <a:xfrm>
            <a:off x="11004480" y="1121805"/>
            <a:ext cx="14141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Scroll down</a:t>
            </a:r>
            <a:endParaRPr lang="zh-CN" altLang="en-US" b="1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81526E5-EC4E-B757-6F37-4423035AC406}"/>
              </a:ext>
            </a:extLst>
          </p:cNvPr>
          <p:cNvSpPr txBox="1"/>
          <p:nvPr/>
        </p:nvSpPr>
        <p:spPr>
          <a:xfrm>
            <a:off x="3976751" y="3192556"/>
            <a:ext cx="2270860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  <a:ea typeface="等线"/>
              </a:rPr>
              <a:t>默认会对所有类别进行饼图计算</a:t>
            </a:r>
            <a:endParaRPr lang="en-US" altLang="zh-CN" dirty="0">
              <a:solidFill>
                <a:srgbClr val="FF0000"/>
              </a:solidFill>
              <a:ea typeface="等线"/>
            </a:endParaRPr>
          </a:p>
        </p:txBody>
      </p:sp>
    </p:spTree>
    <p:extLst>
      <p:ext uri="{BB962C8B-B14F-4D97-AF65-F5344CB8AC3E}">
        <p14:creationId xmlns:p14="http://schemas.microsoft.com/office/powerpoint/2010/main" val="29083689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6613F-8C24-1739-89B9-664462C5F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2737160C-8621-2E11-2AF6-FCE863B753B8}"/>
              </a:ext>
            </a:extLst>
          </p:cNvPr>
          <p:cNvSpPr/>
          <p:nvPr/>
        </p:nvSpPr>
        <p:spPr>
          <a:xfrm>
            <a:off x="0" y="0"/>
            <a:ext cx="12192000" cy="1011134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488B91E6-62AD-97BE-C44D-0F29644070C8}"/>
              </a:ext>
            </a:extLst>
          </p:cNvPr>
          <p:cNvGrpSpPr/>
          <p:nvPr/>
        </p:nvGrpSpPr>
        <p:grpSpPr>
          <a:xfrm>
            <a:off x="11314385" y="187629"/>
            <a:ext cx="635876" cy="635876"/>
            <a:chOff x="10930759" y="183931"/>
            <a:chExt cx="725214" cy="725214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5FAD55C7-6ACC-4BE9-BFAB-3EC414C63EDD}"/>
                </a:ext>
              </a:extLst>
            </p:cNvPr>
            <p:cNvSpPr/>
            <p:nvPr/>
          </p:nvSpPr>
          <p:spPr>
            <a:xfrm>
              <a:off x="10930759" y="183931"/>
              <a:ext cx="725214" cy="725214"/>
            </a:xfrm>
            <a:prstGeom prst="ellipse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" name="流程图: 延期 4">
              <a:extLst>
                <a:ext uri="{FF2B5EF4-FFF2-40B4-BE49-F238E27FC236}">
                  <a16:creationId xmlns:a16="http://schemas.microsoft.com/office/drawing/2014/main" id="{3E3AC933-F502-FA5B-B0F6-19B7D759F6EE}"/>
                </a:ext>
              </a:extLst>
            </p:cNvPr>
            <p:cNvSpPr/>
            <p:nvPr/>
          </p:nvSpPr>
          <p:spPr>
            <a:xfrm rot="16200000">
              <a:off x="11148849" y="472042"/>
              <a:ext cx="289034" cy="374963"/>
            </a:xfrm>
            <a:prstGeom prst="flowChartDelay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3FD033C7-2DF7-DC7E-06D9-23EED7A0D709}"/>
                </a:ext>
              </a:extLst>
            </p:cNvPr>
            <p:cNvSpPr/>
            <p:nvPr/>
          </p:nvSpPr>
          <p:spPr>
            <a:xfrm>
              <a:off x="11183008" y="294291"/>
              <a:ext cx="220715" cy="220715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452BA14F-D813-93E0-3688-A175B7C3F2CB}"/>
              </a:ext>
            </a:extLst>
          </p:cNvPr>
          <p:cNvGraphicFramePr>
            <a:graphicFrameLocks noGrp="1"/>
          </p:cNvGraphicFramePr>
          <p:nvPr/>
        </p:nvGraphicFramePr>
        <p:xfrm>
          <a:off x="-1" y="1011134"/>
          <a:ext cx="2659117" cy="5817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117">
                  <a:extLst>
                    <a:ext uri="{9D8B030D-6E8A-4147-A177-3AD203B41FA5}">
                      <a16:colId xmlns:a16="http://schemas.microsoft.com/office/drawing/2014/main" val="3260511678"/>
                    </a:ext>
                  </a:extLst>
                </a:gridCol>
              </a:tblGrid>
              <a:tr h="831110">
                <a:tc>
                  <a:txBody>
                    <a:bodyPr/>
                    <a:lstStyle/>
                    <a:p>
                      <a:r>
                        <a:rPr lang="en-US" altLang="zh-CN" dirty="0"/>
                        <a:t>Home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5850247"/>
                  </a:ext>
                </a:extLst>
              </a:tr>
              <a:tr h="83110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CN"/>
                        <a:t>Chart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2388693"/>
                  </a:ext>
                </a:extLst>
              </a:tr>
              <a:tr h="8311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/>
                        <a:t>Modify data</a:t>
                      </a:r>
                      <a:r>
                        <a:rPr lang="zh-CN" altLang="en-US" dirty="0"/>
                        <a:t>（</a:t>
                      </a:r>
                      <a:r>
                        <a:rPr lang="en-US" altLang="zh-CN" dirty="0"/>
                        <a:t>CRUD</a:t>
                      </a:r>
                      <a:r>
                        <a:rPr lang="zh-CN" altLang="en-US" dirty="0"/>
                        <a:t>）</a:t>
                      </a:r>
                    </a:p>
                    <a:p>
                      <a:pPr lvl="0">
                        <a:buNone/>
                      </a:pPr>
                      <a:endParaRPr lang="zh-C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6401917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780905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0728730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911200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213803"/>
                  </a:ext>
                </a:extLst>
              </a:tr>
            </a:tbl>
          </a:graphicData>
        </a:graphic>
      </p:graphicFrame>
      <p:sp>
        <p:nvSpPr>
          <p:cNvPr id="21" name="文本框 20">
            <a:extLst>
              <a:ext uri="{FF2B5EF4-FFF2-40B4-BE49-F238E27FC236}">
                <a16:creationId xmlns:a16="http://schemas.microsoft.com/office/drawing/2014/main" id="{1E6BEC5A-CB25-C111-B781-6C80E898D399}"/>
              </a:ext>
            </a:extLst>
          </p:cNvPr>
          <p:cNvSpPr txBox="1"/>
          <p:nvPr/>
        </p:nvSpPr>
        <p:spPr>
          <a:xfrm>
            <a:off x="299275" y="284394"/>
            <a:ext cx="1463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Website Title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D7719A2-9711-C643-28E1-E4A97CA06DC5}"/>
              </a:ext>
            </a:extLst>
          </p:cNvPr>
          <p:cNvSpPr/>
          <p:nvPr/>
        </p:nvSpPr>
        <p:spPr>
          <a:xfrm>
            <a:off x="10004350" y="271003"/>
            <a:ext cx="1151919" cy="37837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Language</a:t>
            </a:r>
            <a:endParaRPr lang="zh-CN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91F66D8-BDA9-AB21-4193-96A1D5E9BC57}"/>
              </a:ext>
            </a:extLst>
          </p:cNvPr>
          <p:cNvSpPr/>
          <p:nvPr/>
        </p:nvSpPr>
        <p:spPr>
          <a:xfrm>
            <a:off x="3516321" y="1159346"/>
            <a:ext cx="1547990" cy="37837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New</a:t>
            </a:r>
            <a:r>
              <a:rPr lang="zh-CN" altLang="en-US" dirty="0"/>
              <a:t> </a:t>
            </a:r>
            <a:r>
              <a:rPr lang="en-US" altLang="zh-CN" dirty="0"/>
              <a:t>expense</a:t>
            </a:r>
          </a:p>
        </p:txBody>
      </p:sp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74542220-EE17-036A-3D73-D863279AFE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138421"/>
              </p:ext>
            </p:extLst>
          </p:nvPr>
        </p:nvGraphicFramePr>
        <p:xfrm>
          <a:off x="3339935" y="2196431"/>
          <a:ext cx="8128002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4229101138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88071539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35964620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51981791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08151286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0305695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400" dirty="0"/>
                        <a:t>date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/>
                        <a:t>Expense Amount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/>
                        <a:t>Expense Name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/>
                        <a:t>Expense Category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/>
                        <a:t>Currency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/>
                        <a:t>Remark</a:t>
                      </a:r>
                      <a:endParaRPr lang="zh-CN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9645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默认当天，可改（日历）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下拉框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默认为账本货币，可改，下拉框？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4626432"/>
                  </a:ext>
                </a:extLst>
              </a:tr>
            </a:tbl>
          </a:graphicData>
        </a:graphic>
      </p:graphicFrame>
      <p:sp>
        <p:nvSpPr>
          <p:cNvPr id="20" name="文本框 19">
            <a:extLst>
              <a:ext uri="{FF2B5EF4-FFF2-40B4-BE49-F238E27FC236}">
                <a16:creationId xmlns:a16="http://schemas.microsoft.com/office/drawing/2014/main" id="{F6174AB9-E716-9A7A-4A15-C025DC09242E}"/>
              </a:ext>
            </a:extLst>
          </p:cNvPr>
          <p:cNvSpPr txBox="1"/>
          <p:nvPr/>
        </p:nvSpPr>
        <p:spPr>
          <a:xfrm>
            <a:off x="3339935" y="1609327"/>
            <a:ext cx="12758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普通消费：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B6CB307-1805-259C-03AF-A43F761FF9A1}"/>
              </a:ext>
            </a:extLst>
          </p:cNvPr>
          <p:cNvSpPr txBox="1"/>
          <p:nvPr/>
        </p:nvSpPr>
        <p:spPr>
          <a:xfrm>
            <a:off x="3351178" y="3735492"/>
            <a:ext cx="12758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合并消费：</a:t>
            </a:r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93133030-EE2B-12A0-CEE6-68D2C6018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16007"/>
              </p:ext>
            </p:extLst>
          </p:nvPr>
        </p:nvGraphicFramePr>
        <p:xfrm>
          <a:off x="3407558" y="4104824"/>
          <a:ext cx="812800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684487878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186152435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427894179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795730983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94772223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8367198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1400" dirty="0"/>
                        <a:t>date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/>
                        <a:t>Expense Amount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/>
                        <a:t>Expense Name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/>
                        <a:t>Expense Category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/>
                        <a:t>Currency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/>
                        <a:t>Remark</a:t>
                      </a:r>
                      <a:endParaRPr lang="zh-CN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4996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默认当天，可改（日历）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/>
                        <a:t>&lt;</a:t>
                      </a:r>
                      <a:r>
                        <a:rPr lang="zh-CN" altLang="en-US" sz="1400" dirty="0"/>
                        <a:t>某个合并消费类型</a:t>
                      </a:r>
                      <a:r>
                        <a:rPr lang="en-US" altLang="zh-CN" sz="1400" dirty="0"/>
                        <a:t>&gt;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/>
                        <a:t>默认为账本货币，可改，下拉框？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1690951"/>
                  </a:ext>
                </a:extLst>
              </a:tr>
              <a:tr h="272573"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solidFill>
                            <a:srgbClr val="FF0000"/>
                          </a:solidFill>
                        </a:rPr>
                        <a:t>不可输入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>
                          <a:solidFill>
                            <a:srgbClr val="FF0000"/>
                          </a:solidFill>
                        </a:rPr>
                        <a:t>不可输入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4268781"/>
                  </a:ext>
                </a:extLst>
              </a:tr>
            </a:tbl>
          </a:graphicData>
        </a:graphic>
      </p:graphicFrame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C4C0FC67-26E0-170A-DA6A-6598F6766A3A}"/>
              </a:ext>
            </a:extLst>
          </p:cNvPr>
          <p:cNvCxnSpPr/>
          <p:nvPr/>
        </p:nvCxnSpPr>
        <p:spPr>
          <a:xfrm flipV="1">
            <a:off x="2994409" y="5586884"/>
            <a:ext cx="345526" cy="5124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8BAE5262-CAD4-BAF1-29A3-298BB94A8512}"/>
              </a:ext>
            </a:extLst>
          </p:cNvPr>
          <p:cNvSpPr txBox="1"/>
          <p:nvPr/>
        </p:nvSpPr>
        <p:spPr>
          <a:xfrm>
            <a:off x="2594178" y="6113468"/>
            <a:ext cx="1123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子消费</a:t>
            </a:r>
            <a:r>
              <a:rPr lang="en-US" altLang="zh-CN" dirty="0"/>
              <a:t>1</a:t>
            </a:r>
            <a:r>
              <a:rPr lang="zh-CN" altLang="en-US" dirty="0"/>
              <a:t>：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98897150-F0CB-8B5B-1AF1-010A5258C239}"/>
              </a:ext>
            </a:extLst>
          </p:cNvPr>
          <p:cNvSpPr/>
          <p:nvPr/>
        </p:nvSpPr>
        <p:spPr>
          <a:xfrm>
            <a:off x="10064729" y="5924282"/>
            <a:ext cx="727694" cy="37837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Add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38D16570-A09A-2927-794E-849551A9338C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9312270" y="6113468"/>
            <a:ext cx="752459" cy="227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BED5F72-8AC4-D78A-5E58-CD4A83FBDA09}"/>
              </a:ext>
            </a:extLst>
          </p:cNvPr>
          <p:cNvSpPr txBox="1"/>
          <p:nvPr/>
        </p:nvSpPr>
        <p:spPr>
          <a:xfrm>
            <a:off x="8684316" y="6387486"/>
            <a:ext cx="23219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点击后加一行子消费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43529C5-39A4-8C49-716B-026F1B8E6690}"/>
              </a:ext>
            </a:extLst>
          </p:cNvPr>
          <p:cNvSpPr/>
          <p:nvPr/>
        </p:nvSpPr>
        <p:spPr>
          <a:xfrm>
            <a:off x="5825997" y="5947983"/>
            <a:ext cx="2858319" cy="66383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Total: </a:t>
            </a:r>
            <a:r>
              <a:rPr lang="zh-CN" altLang="en-US" dirty="0"/>
              <a:t>当前的实时总金额</a:t>
            </a:r>
            <a:endParaRPr lang="en-US" altLang="zh-CN" dirty="0"/>
          </a:p>
          <a:p>
            <a:pPr algn="ctr"/>
            <a:r>
              <a:rPr lang="zh-CN" altLang="en-US" dirty="0"/>
              <a:t>税率：</a:t>
            </a:r>
            <a:endParaRPr lang="en-US" altLang="zh-CN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45A3003-E045-CABD-ECE1-2D1340E86D31}"/>
              </a:ext>
            </a:extLst>
          </p:cNvPr>
          <p:cNvSpPr/>
          <p:nvPr/>
        </p:nvSpPr>
        <p:spPr>
          <a:xfrm>
            <a:off x="11632322" y="4797511"/>
            <a:ext cx="961018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Delete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552451B-CDFF-A252-CF87-C2C1D0C537F4}"/>
              </a:ext>
            </a:extLst>
          </p:cNvPr>
          <p:cNvSpPr/>
          <p:nvPr/>
        </p:nvSpPr>
        <p:spPr>
          <a:xfrm>
            <a:off x="10906812" y="5924661"/>
            <a:ext cx="1043449" cy="37837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Confirm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7F70632-EBCD-FC46-6A9A-B42ABA1AE231}"/>
              </a:ext>
            </a:extLst>
          </p:cNvPr>
          <p:cNvSpPr/>
          <p:nvPr/>
        </p:nvSpPr>
        <p:spPr>
          <a:xfrm>
            <a:off x="10465971" y="3465994"/>
            <a:ext cx="1043449" cy="37837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Confirm</a:t>
            </a:r>
          </a:p>
        </p:txBody>
      </p:sp>
    </p:spTree>
    <p:extLst>
      <p:ext uri="{BB962C8B-B14F-4D97-AF65-F5344CB8AC3E}">
        <p14:creationId xmlns:p14="http://schemas.microsoft.com/office/powerpoint/2010/main" val="3913750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BFAB28B2-EE2E-EB89-9DA6-84A3975E0598}"/>
              </a:ext>
            </a:extLst>
          </p:cNvPr>
          <p:cNvSpPr/>
          <p:nvPr/>
        </p:nvSpPr>
        <p:spPr>
          <a:xfrm>
            <a:off x="0" y="0"/>
            <a:ext cx="12192000" cy="1011134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AE4769F5-E0A7-9F07-B73D-F9FD010C63C6}"/>
              </a:ext>
            </a:extLst>
          </p:cNvPr>
          <p:cNvGrpSpPr/>
          <p:nvPr/>
        </p:nvGrpSpPr>
        <p:grpSpPr>
          <a:xfrm>
            <a:off x="11314385" y="187629"/>
            <a:ext cx="635876" cy="635876"/>
            <a:chOff x="10930759" y="183931"/>
            <a:chExt cx="725214" cy="725214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A0190D73-35E3-7BD7-E68B-8562D8D6FEF6}"/>
                </a:ext>
              </a:extLst>
            </p:cNvPr>
            <p:cNvSpPr/>
            <p:nvPr/>
          </p:nvSpPr>
          <p:spPr>
            <a:xfrm>
              <a:off x="10930759" y="183931"/>
              <a:ext cx="725214" cy="725214"/>
            </a:xfrm>
            <a:prstGeom prst="ellipse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" name="流程图: 延期 4">
              <a:extLst>
                <a:ext uri="{FF2B5EF4-FFF2-40B4-BE49-F238E27FC236}">
                  <a16:creationId xmlns:a16="http://schemas.microsoft.com/office/drawing/2014/main" id="{3A93A9F7-1C77-7080-BE04-FA3682DBFE53}"/>
                </a:ext>
              </a:extLst>
            </p:cNvPr>
            <p:cNvSpPr/>
            <p:nvPr/>
          </p:nvSpPr>
          <p:spPr>
            <a:xfrm rot="16200000">
              <a:off x="11148849" y="472042"/>
              <a:ext cx="289034" cy="374963"/>
            </a:xfrm>
            <a:prstGeom prst="flowChartDelay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D22DC40D-C0F1-CDC3-F6BA-944979D68045}"/>
                </a:ext>
              </a:extLst>
            </p:cNvPr>
            <p:cNvSpPr/>
            <p:nvPr/>
          </p:nvSpPr>
          <p:spPr>
            <a:xfrm>
              <a:off x="11183008" y="294291"/>
              <a:ext cx="220715" cy="220715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F5B9A775-FED0-CE09-A6F2-18EC9C35F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222084"/>
              </p:ext>
            </p:extLst>
          </p:nvPr>
        </p:nvGraphicFramePr>
        <p:xfrm>
          <a:off x="-1" y="1011134"/>
          <a:ext cx="2659117" cy="5817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117">
                  <a:extLst>
                    <a:ext uri="{9D8B030D-6E8A-4147-A177-3AD203B41FA5}">
                      <a16:colId xmlns:a16="http://schemas.microsoft.com/office/drawing/2014/main" val="3260511678"/>
                    </a:ext>
                  </a:extLst>
                </a:gridCol>
              </a:tblGrid>
              <a:tr h="83111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Home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850247"/>
                  </a:ext>
                </a:extLst>
              </a:tr>
              <a:tr h="83110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Chart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2388693"/>
                  </a:ext>
                </a:extLst>
              </a:tr>
              <a:tr h="8311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/>
                        <a:t>Modify data</a:t>
                      </a:r>
                      <a:r>
                        <a:rPr lang="zh-CN" altLang="en-US" dirty="0"/>
                        <a:t>（</a:t>
                      </a:r>
                      <a:r>
                        <a:rPr lang="en-US" altLang="zh-CN" dirty="0"/>
                        <a:t>CRUD</a:t>
                      </a:r>
                      <a:r>
                        <a:rPr lang="zh-CN" altLang="en-US" dirty="0"/>
                        <a:t>）</a:t>
                      </a:r>
                    </a:p>
                    <a:p>
                      <a:pPr lvl="0">
                        <a:buNone/>
                      </a:pPr>
                      <a:endParaRPr lang="zh-CN" dirty="0"/>
                    </a:p>
                  </a:txBody>
                  <a:tcPr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401917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780905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0728730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911200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213803"/>
                  </a:ext>
                </a:extLst>
              </a:tr>
            </a:tbl>
          </a:graphicData>
        </a:graphic>
      </p:graphicFrame>
      <p:sp>
        <p:nvSpPr>
          <p:cNvPr id="14" name="矩形 13">
            <a:extLst>
              <a:ext uri="{FF2B5EF4-FFF2-40B4-BE49-F238E27FC236}">
                <a16:creationId xmlns:a16="http://schemas.microsoft.com/office/drawing/2014/main" id="{319087F9-DD18-A891-3D37-D865A55D7598}"/>
              </a:ext>
            </a:extLst>
          </p:cNvPr>
          <p:cNvSpPr/>
          <p:nvPr/>
        </p:nvSpPr>
        <p:spPr>
          <a:xfrm>
            <a:off x="4488984" y="1422207"/>
            <a:ext cx="1219200" cy="30418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3066D46-3B89-5CD2-1FFB-08070FE52E44}"/>
              </a:ext>
            </a:extLst>
          </p:cNvPr>
          <p:cNvSpPr txBox="1"/>
          <p:nvPr/>
        </p:nvSpPr>
        <p:spPr>
          <a:xfrm>
            <a:off x="3307101" y="1389632"/>
            <a:ext cx="1148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Start date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5DEFFDA-70AA-2BC1-349C-5968B6BD41D5}"/>
              </a:ext>
            </a:extLst>
          </p:cNvPr>
          <p:cNvSpPr/>
          <p:nvPr/>
        </p:nvSpPr>
        <p:spPr>
          <a:xfrm>
            <a:off x="7243369" y="1424833"/>
            <a:ext cx="1219200" cy="30418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22A728F-6559-B201-C643-4174B45C81EF}"/>
              </a:ext>
            </a:extLst>
          </p:cNvPr>
          <p:cNvSpPr txBox="1"/>
          <p:nvPr/>
        </p:nvSpPr>
        <p:spPr>
          <a:xfrm>
            <a:off x="6061486" y="1392259"/>
            <a:ext cx="1063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End date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9F45957-AD60-F44C-C2C2-4FC6204C34FC}"/>
              </a:ext>
            </a:extLst>
          </p:cNvPr>
          <p:cNvSpPr txBox="1"/>
          <p:nvPr/>
        </p:nvSpPr>
        <p:spPr>
          <a:xfrm>
            <a:off x="299275" y="284394"/>
            <a:ext cx="1463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Website Title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736DE60-3E6C-05ED-D1CB-CEA73675C867}"/>
              </a:ext>
            </a:extLst>
          </p:cNvPr>
          <p:cNvSpPr/>
          <p:nvPr/>
        </p:nvSpPr>
        <p:spPr>
          <a:xfrm>
            <a:off x="10004350" y="271003"/>
            <a:ext cx="1151919" cy="37837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Language</a:t>
            </a:r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F4448D0-62FD-FE7D-E8D9-CA3ECC5D17D8}"/>
              </a:ext>
            </a:extLst>
          </p:cNvPr>
          <p:cNvSpPr/>
          <p:nvPr/>
        </p:nvSpPr>
        <p:spPr>
          <a:xfrm>
            <a:off x="10895680" y="1427745"/>
            <a:ext cx="840827" cy="37837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Select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A09B7C0-1429-6E7A-8EB1-EF4C6BA3BC82}"/>
              </a:ext>
            </a:extLst>
          </p:cNvPr>
          <p:cNvSpPr txBox="1"/>
          <p:nvPr/>
        </p:nvSpPr>
        <p:spPr>
          <a:xfrm>
            <a:off x="8782391" y="1164981"/>
            <a:ext cx="1701567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ourier New"/>
              <a:buChar char="o"/>
            </a:pPr>
            <a:r>
              <a:rPr lang="zh-CN" altLang="en-US" dirty="0">
                <a:ea typeface="等线"/>
              </a:rPr>
              <a:t>Per Month</a:t>
            </a:r>
            <a:endParaRPr lang="en-US" altLang="zh-CN" dirty="0">
              <a:ea typeface="等线"/>
            </a:endParaRPr>
          </a:p>
          <a:p>
            <a:pPr marL="285750" indent="-285750">
              <a:buFont typeface="Courier New"/>
              <a:buChar char="o"/>
            </a:pPr>
            <a:r>
              <a:rPr lang="en-US" altLang="zh-CN" dirty="0">
                <a:ea typeface="等线"/>
              </a:rPr>
              <a:t>Per week</a:t>
            </a:r>
            <a:endParaRPr lang="zh-CN" altLang="en-US" dirty="0">
              <a:ea typeface="等线"/>
            </a:endParaRPr>
          </a:p>
          <a:p>
            <a:pPr marL="285750" indent="-285750">
              <a:buFont typeface="Courier New"/>
              <a:buChar char="o"/>
            </a:pPr>
            <a:r>
              <a:rPr lang="zh-CN" altLang="en-US" dirty="0">
                <a:ea typeface="等线"/>
              </a:rPr>
              <a:t>Per day</a:t>
            </a:r>
          </a:p>
        </p:txBody>
      </p:sp>
      <p:pic>
        <p:nvPicPr>
          <p:cNvPr id="8" name="图片 7" descr="图表, 折线图&#10;&#10;已自动生成说明">
            <a:extLst>
              <a:ext uri="{FF2B5EF4-FFF2-40B4-BE49-F238E27FC236}">
                <a16:creationId xmlns:a16="http://schemas.microsoft.com/office/drawing/2014/main" id="{43DEFB5F-5D9C-17EE-9EDE-C6455D063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3370" y="2122240"/>
            <a:ext cx="3933039" cy="2361851"/>
          </a:xfrm>
          <a:prstGeom prst="rect">
            <a:avLst/>
          </a:prstGeom>
        </p:spPr>
      </p:pic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5BDE26D9-806D-5941-DCF8-4A45B17987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7601744"/>
              </p:ext>
            </p:extLst>
          </p:nvPr>
        </p:nvGraphicFramePr>
        <p:xfrm>
          <a:off x="4054678" y="4690843"/>
          <a:ext cx="7101813" cy="175260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3257332128"/>
                    </a:ext>
                  </a:extLst>
                </a:gridCol>
                <a:gridCol w="2019256">
                  <a:extLst>
                    <a:ext uri="{9D8B030D-6E8A-4147-A177-3AD203B41FA5}">
                      <a16:colId xmlns:a16="http://schemas.microsoft.com/office/drawing/2014/main" val="2654629363"/>
                    </a:ext>
                  </a:extLst>
                </a:gridCol>
                <a:gridCol w="1738113">
                  <a:extLst>
                    <a:ext uri="{9D8B030D-6E8A-4147-A177-3AD203B41FA5}">
                      <a16:colId xmlns:a16="http://schemas.microsoft.com/office/drawing/2014/main" val="1732356494"/>
                    </a:ext>
                  </a:extLst>
                </a:gridCol>
                <a:gridCol w="1983718">
                  <a:extLst>
                    <a:ext uri="{9D8B030D-6E8A-4147-A177-3AD203B41FA5}">
                      <a16:colId xmlns:a16="http://schemas.microsoft.com/office/drawing/2014/main" val="467917464"/>
                    </a:ext>
                  </a:extLst>
                </a:gridCol>
                <a:gridCol w="1152446">
                  <a:extLst>
                    <a:ext uri="{9D8B030D-6E8A-4147-A177-3AD203B41FA5}">
                      <a16:colId xmlns:a16="http://schemas.microsoft.com/office/drawing/2014/main" val="1434743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Expense Amount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Expense Name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Expense Category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Currency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0147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1000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xxxxxx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Xxxxx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JPY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266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57636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3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820401"/>
                  </a:ext>
                </a:extLst>
              </a:tr>
            </a:tbl>
          </a:graphicData>
        </a:graphic>
      </p:graphicFrame>
      <p:sp>
        <p:nvSpPr>
          <p:cNvPr id="3" name="矩形 2">
            <a:extLst>
              <a:ext uri="{FF2B5EF4-FFF2-40B4-BE49-F238E27FC236}">
                <a16:creationId xmlns:a16="http://schemas.microsoft.com/office/drawing/2014/main" id="{684F2680-D4E8-C8F4-78D3-E20E72D80406}"/>
              </a:ext>
            </a:extLst>
          </p:cNvPr>
          <p:cNvSpPr/>
          <p:nvPr/>
        </p:nvSpPr>
        <p:spPr>
          <a:xfrm>
            <a:off x="3525625" y="2698896"/>
            <a:ext cx="1444276" cy="30418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类别</a:t>
            </a:r>
            <a:r>
              <a:rPr lang="en-US" altLang="zh-CN" dirty="0"/>
              <a:t>(</a:t>
            </a:r>
            <a:r>
              <a:rPr lang="zh-CN" altLang="en-US" dirty="0"/>
              <a:t>下拉框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39FE22-913F-4698-9C15-6BFDD304967F}"/>
              </a:ext>
            </a:extLst>
          </p:cNvPr>
          <p:cNvSpPr/>
          <p:nvPr/>
        </p:nvSpPr>
        <p:spPr>
          <a:xfrm>
            <a:off x="5221134" y="2680042"/>
            <a:ext cx="717754" cy="36202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Add</a:t>
            </a:r>
            <a:endParaRPr lang="zh-CN" altLang="en-US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11463DB-FFE5-DBBD-7F05-1E2FA1AF505D}"/>
              </a:ext>
            </a:extLst>
          </p:cNvPr>
          <p:cNvSpPr/>
          <p:nvPr/>
        </p:nvSpPr>
        <p:spPr>
          <a:xfrm>
            <a:off x="3519711" y="3218557"/>
            <a:ext cx="840827" cy="37837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餐费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4E16E8D-CA47-618D-EB2C-4160198A311E}"/>
              </a:ext>
            </a:extLst>
          </p:cNvPr>
          <p:cNvSpPr/>
          <p:nvPr/>
        </p:nvSpPr>
        <p:spPr>
          <a:xfrm>
            <a:off x="4462001" y="3218557"/>
            <a:ext cx="1219200" cy="37837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固定支出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CF381D56-D854-9F36-B0C4-49E565822A94}"/>
              </a:ext>
            </a:extLst>
          </p:cNvPr>
          <p:cNvSpPr txBox="1"/>
          <p:nvPr/>
        </p:nvSpPr>
        <p:spPr>
          <a:xfrm>
            <a:off x="5857104" y="3244334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……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9BA6C3B-4EBC-F7E4-A0D2-17A7D28F4E42}"/>
              </a:ext>
            </a:extLst>
          </p:cNvPr>
          <p:cNvSpPr txBox="1"/>
          <p:nvPr/>
        </p:nvSpPr>
        <p:spPr>
          <a:xfrm>
            <a:off x="4162506" y="3185116"/>
            <a:ext cx="2471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/>
              <a:t>x</a:t>
            </a:r>
            <a:endParaRPr lang="zh-CN" altLang="en-US" sz="1100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F71D620-7E5E-9D99-1389-92054326E363}"/>
              </a:ext>
            </a:extLst>
          </p:cNvPr>
          <p:cNvSpPr txBox="1"/>
          <p:nvPr/>
        </p:nvSpPr>
        <p:spPr>
          <a:xfrm>
            <a:off x="5465420" y="3172360"/>
            <a:ext cx="2471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/>
              <a:t>x</a:t>
            </a:r>
            <a:endParaRPr lang="zh-CN" altLang="en-US" sz="1100" dirty="0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65FA2F0-AB8B-1D2F-ED70-D1CB83D211D4}"/>
              </a:ext>
            </a:extLst>
          </p:cNvPr>
          <p:cNvSpPr/>
          <p:nvPr/>
        </p:nvSpPr>
        <p:spPr>
          <a:xfrm>
            <a:off x="3519711" y="3848323"/>
            <a:ext cx="717754" cy="36202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Clear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8BFBB36-FBB5-FAFE-2415-A6EC30B556AC}"/>
              </a:ext>
            </a:extLst>
          </p:cNvPr>
          <p:cNvSpPr/>
          <p:nvPr/>
        </p:nvSpPr>
        <p:spPr>
          <a:xfrm>
            <a:off x="4488984" y="3848323"/>
            <a:ext cx="976436" cy="36202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Confirm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93804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7D9CD7-6F84-AF0C-70B6-F3FDFE554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54B38C2D-BA93-7BAC-A7C4-3604ECC245E7}"/>
              </a:ext>
            </a:extLst>
          </p:cNvPr>
          <p:cNvSpPr/>
          <p:nvPr/>
        </p:nvSpPr>
        <p:spPr>
          <a:xfrm>
            <a:off x="0" y="0"/>
            <a:ext cx="12192000" cy="1011134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12FE70A-8535-0422-BFA0-8385AD6DEF2C}"/>
              </a:ext>
            </a:extLst>
          </p:cNvPr>
          <p:cNvGrpSpPr/>
          <p:nvPr/>
        </p:nvGrpSpPr>
        <p:grpSpPr>
          <a:xfrm>
            <a:off x="11314385" y="187629"/>
            <a:ext cx="635876" cy="635876"/>
            <a:chOff x="10930759" y="183931"/>
            <a:chExt cx="725214" cy="725214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69DC44B5-BFC7-E4F8-595D-F01D3B90D3C6}"/>
                </a:ext>
              </a:extLst>
            </p:cNvPr>
            <p:cNvSpPr/>
            <p:nvPr/>
          </p:nvSpPr>
          <p:spPr>
            <a:xfrm>
              <a:off x="10930759" y="183931"/>
              <a:ext cx="725214" cy="725214"/>
            </a:xfrm>
            <a:prstGeom prst="ellipse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" name="流程图: 延期 4">
              <a:extLst>
                <a:ext uri="{FF2B5EF4-FFF2-40B4-BE49-F238E27FC236}">
                  <a16:creationId xmlns:a16="http://schemas.microsoft.com/office/drawing/2014/main" id="{8AF22E86-2577-6F06-94C7-9448831773F8}"/>
                </a:ext>
              </a:extLst>
            </p:cNvPr>
            <p:cNvSpPr/>
            <p:nvPr/>
          </p:nvSpPr>
          <p:spPr>
            <a:xfrm rot="16200000">
              <a:off x="11148849" y="472042"/>
              <a:ext cx="289034" cy="374963"/>
            </a:xfrm>
            <a:prstGeom prst="flowChartDelay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FE85B7A4-4D5B-BB71-0752-5994F8F12EF1}"/>
                </a:ext>
              </a:extLst>
            </p:cNvPr>
            <p:cNvSpPr/>
            <p:nvPr/>
          </p:nvSpPr>
          <p:spPr>
            <a:xfrm>
              <a:off x="11183008" y="294291"/>
              <a:ext cx="220715" cy="220715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51D4C4BF-8DF0-BAC5-A035-E54070854DDE}"/>
              </a:ext>
            </a:extLst>
          </p:cNvPr>
          <p:cNvGraphicFramePr>
            <a:graphicFrameLocks noGrp="1"/>
          </p:cNvGraphicFramePr>
          <p:nvPr/>
        </p:nvGraphicFramePr>
        <p:xfrm>
          <a:off x="-1" y="1011134"/>
          <a:ext cx="2659117" cy="5817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117">
                  <a:extLst>
                    <a:ext uri="{9D8B030D-6E8A-4147-A177-3AD203B41FA5}">
                      <a16:colId xmlns:a16="http://schemas.microsoft.com/office/drawing/2014/main" val="3260511678"/>
                    </a:ext>
                  </a:extLst>
                </a:gridCol>
              </a:tblGrid>
              <a:tr h="83111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Home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850247"/>
                  </a:ext>
                </a:extLst>
              </a:tr>
              <a:tr h="83110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Chart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2388693"/>
                  </a:ext>
                </a:extLst>
              </a:tr>
              <a:tr h="8311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/>
                        <a:t>Modify data</a:t>
                      </a:r>
                      <a:r>
                        <a:rPr lang="zh-CN" altLang="en-US" dirty="0"/>
                        <a:t>（</a:t>
                      </a:r>
                      <a:r>
                        <a:rPr lang="en-US" altLang="zh-CN" dirty="0"/>
                        <a:t>CRUD</a:t>
                      </a:r>
                      <a:r>
                        <a:rPr lang="zh-CN" altLang="en-US" dirty="0"/>
                        <a:t>）</a:t>
                      </a:r>
                    </a:p>
                    <a:p>
                      <a:pPr lvl="0">
                        <a:buNone/>
                      </a:pPr>
                      <a:endParaRPr lang="zh-CN" dirty="0"/>
                    </a:p>
                  </a:txBody>
                  <a:tcPr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401917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780905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0728730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911200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213803"/>
                  </a:ext>
                </a:extLst>
              </a:tr>
            </a:tbl>
          </a:graphicData>
        </a:graphic>
      </p:graphicFrame>
      <p:sp>
        <p:nvSpPr>
          <p:cNvPr id="14" name="矩形 13">
            <a:extLst>
              <a:ext uri="{FF2B5EF4-FFF2-40B4-BE49-F238E27FC236}">
                <a16:creationId xmlns:a16="http://schemas.microsoft.com/office/drawing/2014/main" id="{808A9FEA-CE04-691C-BD40-F93DD8778EA1}"/>
              </a:ext>
            </a:extLst>
          </p:cNvPr>
          <p:cNvSpPr/>
          <p:nvPr/>
        </p:nvSpPr>
        <p:spPr>
          <a:xfrm>
            <a:off x="4488984" y="1422207"/>
            <a:ext cx="1219200" cy="30418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F7C0FE7-4F80-7198-573F-92FECB24ACF3}"/>
              </a:ext>
            </a:extLst>
          </p:cNvPr>
          <p:cNvSpPr txBox="1"/>
          <p:nvPr/>
        </p:nvSpPr>
        <p:spPr>
          <a:xfrm>
            <a:off x="3307101" y="1389632"/>
            <a:ext cx="1148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Start date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B7ECB97-4360-49AC-AB24-4DC44A59A593}"/>
              </a:ext>
            </a:extLst>
          </p:cNvPr>
          <p:cNvSpPr/>
          <p:nvPr/>
        </p:nvSpPr>
        <p:spPr>
          <a:xfrm>
            <a:off x="7243369" y="1424833"/>
            <a:ext cx="1219200" cy="30418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B9C1F83-025C-7BBE-0824-FBBC11A23D2D}"/>
              </a:ext>
            </a:extLst>
          </p:cNvPr>
          <p:cNvSpPr txBox="1"/>
          <p:nvPr/>
        </p:nvSpPr>
        <p:spPr>
          <a:xfrm>
            <a:off x="6061486" y="1392259"/>
            <a:ext cx="1063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End date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5353BE6-2E64-4985-8669-A615AF6C4AFF}"/>
              </a:ext>
            </a:extLst>
          </p:cNvPr>
          <p:cNvSpPr txBox="1"/>
          <p:nvPr/>
        </p:nvSpPr>
        <p:spPr>
          <a:xfrm>
            <a:off x="299275" y="284394"/>
            <a:ext cx="1463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Website Title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5A2AC35-E15E-1CE8-A553-478578D25E0D}"/>
              </a:ext>
            </a:extLst>
          </p:cNvPr>
          <p:cNvSpPr/>
          <p:nvPr/>
        </p:nvSpPr>
        <p:spPr>
          <a:xfrm>
            <a:off x="10004350" y="271003"/>
            <a:ext cx="1151919" cy="37837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Language</a:t>
            </a:r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2E7AB52-6206-5B86-3C77-830C95C27A29}"/>
              </a:ext>
            </a:extLst>
          </p:cNvPr>
          <p:cNvSpPr/>
          <p:nvPr/>
        </p:nvSpPr>
        <p:spPr>
          <a:xfrm>
            <a:off x="10895680" y="1427745"/>
            <a:ext cx="840827" cy="37837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Select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97DCD57-1C8D-D649-6E2A-5302092CFD42}"/>
              </a:ext>
            </a:extLst>
          </p:cNvPr>
          <p:cNvSpPr txBox="1"/>
          <p:nvPr/>
        </p:nvSpPr>
        <p:spPr>
          <a:xfrm>
            <a:off x="8787368" y="1252156"/>
            <a:ext cx="170156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ourier New"/>
              <a:buChar char="o"/>
            </a:pPr>
            <a:r>
              <a:rPr lang="zh-CN" altLang="en-US">
                <a:ea typeface="等线"/>
              </a:rPr>
              <a:t>Per Month</a:t>
            </a:r>
            <a:endParaRPr lang="zh-CN" altLang="en-US" dirty="0">
              <a:ea typeface="等线"/>
            </a:endParaRPr>
          </a:p>
          <a:p>
            <a:pPr marL="285750" indent="-285750">
              <a:buFont typeface="Courier New"/>
              <a:buChar char="o"/>
            </a:pPr>
            <a:r>
              <a:rPr lang="zh-CN" altLang="en-US">
                <a:ea typeface="等线"/>
              </a:rPr>
              <a:t>Per day</a:t>
            </a:r>
            <a:endParaRPr lang="zh-CN" altLang="en-US" dirty="0">
              <a:ea typeface="等线"/>
            </a:endParaRPr>
          </a:p>
        </p:txBody>
      </p:sp>
      <p:pic>
        <p:nvPicPr>
          <p:cNvPr id="8" name="图片 7" descr="图表, 折线图&#10;&#10;已自动生成说明">
            <a:extLst>
              <a:ext uri="{FF2B5EF4-FFF2-40B4-BE49-F238E27FC236}">
                <a16:creationId xmlns:a16="http://schemas.microsoft.com/office/drawing/2014/main" id="{4CBA75E7-519A-E179-1A73-A5EC17C5F3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3370" y="2122240"/>
            <a:ext cx="3933039" cy="2361851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CBE66067-EE42-29CB-95F5-40E6684A8398}"/>
              </a:ext>
            </a:extLst>
          </p:cNvPr>
          <p:cNvSpPr txBox="1"/>
          <p:nvPr/>
        </p:nvSpPr>
        <p:spPr>
          <a:xfrm>
            <a:off x="3929285" y="2233783"/>
            <a:ext cx="3841116" cy="1477328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zh-CN" dirty="0">
                <a:ea typeface="+mn-lt"/>
                <a:cs typeface="+mn-lt"/>
              </a:rPr>
              <a:t>□</a:t>
            </a:r>
            <a:r>
              <a:rPr lang="zh-CN" altLang="en-US" dirty="0">
                <a:ea typeface="+mn-lt"/>
                <a:cs typeface="+mn-lt"/>
              </a:rPr>
              <a:t> </a:t>
            </a:r>
            <a:r>
              <a:rPr lang="en-US" altLang="zh-CN" dirty="0">
                <a:ea typeface="+mn-lt"/>
                <a:cs typeface="+mn-lt"/>
              </a:rPr>
              <a:t>ALL</a:t>
            </a:r>
            <a:endParaRPr lang="zh-CN" dirty="0"/>
          </a:p>
          <a:p>
            <a:r>
              <a:rPr lang="zh-CN" altLang="en-US" dirty="0">
                <a:ea typeface="等线"/>
              </a:rPr>
              <a:t>■ </a:t>
            </a:r>
            <a:r>
              <a:rPr lang="en-US" altLang="zh-CN" dirty="0">
                <a:ea typeface="等线"/>
              </a:rPr>
              <a:t>Meal		</a:t>
            </a:r>
            <a:r>
              <a:rPr lang="zh-CN" altLang="en-US" dirty="0">
                <a:ea typeface="等线"/>
              </a:rPr>
              <a:t>■</a:t>
            </a:r>
            <a:r>
              <a:rPr lang="en-US" altLang="zh-CN" dirty="0">
                <a:ea typeface="等线"/>
              </a:rPr>
              <a:t> Daily expense</a:t>
            </a:r>
            <a:endParaRPr lang="en-US" dirty="0">
              <a:ea typeface="等线"/>
            </a:endParaRPr>
          </a:p>
          <a:p>
            <a:r>
              <a:rPr lang="zh-CN" dirty="0">
                <a:ea typeface="+mn-lt"/>
                <a:cs typeface="+mn-lt"/>
              </a:rPr>
              <a:t>■ </a:t>
            </a:r>
            <a:r>
              <a:rPr lang="en-US" altLang="zh-CN" dirty="0">
                <a:ea typeface="等线"/>
              </a:rPr>
              <a:t>Fixed expense	</a:t>
            </a:r>
            <a:r>
              <a:rPr lang="zh-CN" altLang="en-US" dirty="0">
                <a:ea typeface="等线"/>
              </a:rPr>
              <a:t>□ </a:t>
            </a:r>
            <a:r>
              <a:rPr lang="en-US" altLang="zh-CN" dirty="0">
                <a:ea typeface="等线"/>
              </a:rPr>
              <a:t>Transportation </a:t>
            </a:r>
            <a:endParaRPr lang="en-US" dirty="0">
              <a:ea typeface="等线"/>
            </a:endParaRPr>
          </a:p>
          <a:p>
            <a:r>
              <a:rPr lang="zh-CN" altLang="en-US" dirty="0"/>
              <a:t>□ </a:t>
            </a:r>
            <a:r>
              <a:rPr lang="en-US" altLang="zh-CN" dirty="0"/>
              <a:t>Entertainment  	</a:t>
            </a:r>
            <a:r>
              <a:rPr lang="zh-CN" altLang="en-US" dirty="0"/>
              <a:t>□</a:t>
            </a:r>
            <a:r>
              <a:rPr lang="en-US" altLang="zh-CN" dirty="0"/>
              <a:t> Daily expense</a:t>
            </a:r>
          </a:p>
          <a:p>
            <a:r>
              <a:rPr lang="en-US" altLang="zh-CN" dirty="0">
                <a:ea typeface="等线"/>
              </a:rPr>
              <a:t>……</a:t>
            </a:r>
            <a:r>
              <a:rPr lang="en-US" dirty="0">
                <a:ea typeface="+mn-lt"/>
                <a:cs typeface="+mn-lt"/>
              </a:rPr>
              <a:t>（Default all selected）</a:t>
            </a:r>
            <a:endParaRPr lang="zh-CN" altLang="en-US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23D7BE7-BC9E-7577-6117-C815F31BC381}"/>
              </a:ext>
            </a:extLst>
          </p:cNvPr>
          <p:cNvGraphicFramePr>
            <a:graphicFrameLocks noGrp="1"/>
          </p:cNvGraphicFramePr>
          <p:nvPr/>
        </p:nvGraphicFramePr>
        <p:xfrm>
          <a:off x="4054678" y="4690843"/>
          <a:ext cx="7101813" cy="175260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3257332128"/>
                    </a:ext>
                  </a:extLst>
                </a:gridCol>
                <a:gridCol w="2019256">
                  <a:extLst>
                    <a:ext uri="{9D8B030D-6E8A-4147-A177-3AD203B41FA5}">
                      <a16:colId xmlns:a16="http://schemas.microsoft.com/office/drawing/2014/main" val="2654629363"/>
                    </a:ext>
                  </a:extLst>
                </a:gridCol>
                <a:gridCol w="1738113">
                  <a:extLst>
                    <a:ext uri="{9D8B030D-6E8A-4147-A177-3AD203B41FA5}">
                      <a16:colId xmlns:a16="http://schemas.microsoft.com/office/drawing/2014/main" val="1732356494"/>
                    </a:ext>
                  </a:extLst>
                </a:gridCol>
                <a:gridCol w="1983718">
                  <a:extLst>
                    <a:ext uri="{9D8B030D-6E8A-4147-A177-3AD203B41FA5}">
                      <a16:colId xmlns:a16="http://schemas.microsoft.com/office/drawing/2014/main" val="467917464"/>
                    </a:ext>
                  </a:extLst>
                </a:gridCol>
                <a:gridCol w="1152446">
                  <a:extLst>
                    <a:ext uri="{9D8B030D-6E8A-4147-A177-3AD203B41FA5}">
                      <a16:colId xmlns:a16="http://schemas.microsoft.com/office/drawing/2014/main" val="1434743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Expense Amount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Expense Name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Expense Category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Currency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0147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1000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xxxxxx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Xxxxx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JPY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266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57636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3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8204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6303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72436-D5D7-4510-2E09-61D1D066E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37A7CB69-7DEF-8A07-BD2E-A26FCBC48507}"/>
              </a:ext>
            </a:extLst>
          </p:cNvPr>
          <p:cNvSpPr/>
          <p:nvPr/>
        </p:nvSpPr>
        <p:spPr>
          <a:xfrm>
            <a:off x="0" y="0"/>
            <a:ext cx="12192000" cy="1011134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63F11012-190A-E839-7560-E0DD67FAEF02}"/>
              </a:ext>
            </a:extLst>
          </p:cNvPr>
          <p:cNvGrpSpPr/>
          <p:nvPr/>
        </p:nvGrpSpPr>
        <p:grpSpPr>
          <a:xfrm>
            <a:off x="11314385" y="187629"/>
            <a:ext cx="635876" cy="635876"/>
            <a:chOff x="10930759" y="183931"/>
            <a:chExt cx="725214" cy="725214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2B691646-1593-0F1C-BD9A-1889DB5D194B}"/>
                </a:ext>
              </a:extLst>
            </p:cNvPr>
            <p:cNvSpPr/>
            <p:nvPr/>
          </p:nvSpPr>
          <p:spPr>
            <a:xfrm>
              <a:off x="10930759" y="183931"/>
              <a:ext cx="725214" cy="725214"/>
            </a:xfrm>
            <a:prstGeom prst="ellipse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" name="流程图: 延期 4">
              <a:extLst>
                <a:ext uri="{FF2B5EF4-FFF2-40B4-BE49-F238E27FC236}">
                  <a16:creationId xmlns:a16="http://schemas.microsoft.com/office/drawing/2014/main" id="{84220232-FB60-15A6-12D7-4D03962A1251}"/>
                </a:ext>
              </a:extLst>
            </p:cNvPr>
            <p:cNvSpPr/>
            <p:nvPr/>
          </p:nvSpPr>
          <p:spPr>
            <a:xfrm rot="16200000">
              <a:off x="11148849" y="472042"/>
              <a:ext cx="289034" cy="374963"/>
            </a:xfrm>
            <a:prstGeom prst="flowChartDelay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FC3C62B8-9526-9A47-D855-0AA2FEFA7E5A}"/>
                </a:ext>
              </a:extLst>
            </p:cNvPr>
            <p:cNvSpPr/>
            <p:nvPr/>
          </p:nvSpPr>
          <p:spPr>
            <a:xfrm>
              <a:off x="11183008" y="294291"/>
              <a:ext cx="220715" cy="220715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340DC06-8745-14DC-6427-CD0E2D4BEC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8414635"/>
              </p:ext>
            </p:extLst>
          </p:nvPr>
        </p:nvGraphicFramePr>
        <p:xfrm>
          <a:off x="-1" y="1011134"/>
          <a:ext cx="2659117" cy="5817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117">
                  <a:extLst>
                    <a:ext uri="{9D8B030D-6E8A-4147-A177-3AD203B41FA5}">
                      <a16:colId xmlns:a16="http://schemas.microsoft.com/office/drawing/2014/main" val="3260511678"/>
                    </a:ext>
                  </a:extLst>
                </a:gridCol>
              </a:tblGrid>
              <a:tr h="831110">
                <a:tc>
                  <a:txBody>
                    <a:bodyPr/>
                    <a:lstStyle/>
                    <a:p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Home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850247"/>
                  </a:ext>
                </a:extLst>
              </a:tr>
              <a:tr h="83110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Chart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CCD2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2388693"/>
                  </a:ext>
                </a:extLst>
              </a:tr>
              <a:tr h="8311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Modify data</a:t>
                      </a:r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（</a:t>
                      </a:r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CRUD</a:t>
                      </a:r>
                      <a:r>
                        <a:rPr lang="zh-CN" altLang="en-US" dirty="0">
                          <a:solidFill>
                            <a:schemeClr val="bg1"/>
                          </a:solidFill>
                        </a:rPr>
                        <a:t>）</a:t>
                      </a:r>
                    </a:p>
                    <a:p>
                      <a:pPr lvl="0">
                        <a:buNone/>
                      </a:pPr>
                      <a:endParaRPr lang="zh-CN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401917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CN" altLang="en-US" dirty="0"/>
                    </a:p>
                  </a:txBody>
                  <a:tcPr>
                    <a:solidFill>
                      <a:srgbClr val="CCD2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780905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0728730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zh-CN" altLang="en-US" dirty="0"/>
                    </a:p>
                  </a:txBody>
                  <a:tcPr>
                    <a:solidFill>
                      <a:srgbClr val="CCD2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5911200"/>
                  </a:ext>
                </a:extLst>
              </a:tr>
              <a:tr h="83111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213803"/>
                  </a:ext>
                </a:extLst>
              </a:tr>
            </a:tbl>
          </a:graphicData>
        </a:graphic>
      </p:graphicFrame>
      <p:sp>
        <p:nvSpPr>
          <p:cNvPr id="14" name="矩形 13">
            <a:extLst>
              <a:ext uri="{FF2B5EF4-FFF2-40B4-BE49-F238E27FC236}">
                <a16:creationId xmlns:a16="http://schemas.microsoft.com/office/drawing/2014/main" id="{1B387149-511C-040F-2B25-96CA5834A9E2}"/>
              </a:ext>
            </a:extLst>
          </p:cNvPr>
          <p:cNvSpPr/>
          <p:nvPr/>
        </p:nvSpPr>
        <p:spPr>
          <a:xfrm>
            <a:off x="4488984" y="1422207"/>
            <a:ext cx="1219200" cy="30418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57CC535-791C-5280-3925-39CFA7115D94}"/>
              </a:ext>
            </a:extLst>
          </p:cNvPr>
          <p:cNvSpPr txBox="1"/>
          <p:nvPr/>
        </p:nvSpPr>
        <p:spPr>
          <a:xfrm>
            <a:off x="3307101" y="1389632"/>
            <a:ext cx="1148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Start date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3705CF3-CCA1-B749-DD3B-BD57F135AEB3}"/>
              </a:ext>
            </a:extLst>
          </p:cNvPr>
          <p:cNvSpPr/>
          <p:nvPr/>
        </p:nvSpPr>
        <p:spPr>
          <a:xfrm>
            <a:off x="7243369" y="1424833"/>
            <a:ext cx="1219200" cy="30418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757F1C7-2BF7-8410-67C8-12AF2A020406}"/>
              </a:ext>
            </a:extLst>
          </p:cNvPr>
          <p:cNvSpPr txBox="1"/>
          <p:nvPr/>
        </p:nvSpPr>
        <p:spPr>
          <a:xfrm>
            <a:off x="6061486" y="1392259"/>
            <a:ext cx="1063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End date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1588C02-20EF-AB1E-9342-EDBB6169D4D2}"/>
              </a:ext>
            </a:extLst>
          </p:cNvPr>
          <p:cNvSpPr txBox="1"/>
          <p:nvPr/>
        </p:nvSpPr>
        <p:spPr>
          <a:xfrm>
            <a:off x="299275" y="284394"/>
            <a:ext cx="1463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Website Title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DC9B859-46E9-B548-38F1-58D4C0B9AE00}"/>
              </a:ext>
            </a:extLst>
          </p:cNvPr>
          <p:cNvSpPr/>
          <p:nvPr/>
        </p:nvSpPr>
        <p:spPr>
          <a:xfrm>
            <a:off x="10004350" y="271003"/>
            <a:ext cx="1151919" cy="37837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Language</a:t>
            </a:r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F75F283-2827-C4A2-1983-85444C31C14D}"/>
              </a:ext>
            </a:extLst>
          </p:cNvPr>
          <p:cNvSpPr/>
          <p:nvPr/>
        </p:nvSpPr>
        <p:spPr>
          <a:xfrm>
            <a:off x="10895680" y="1427745"/>
            <a:ext cx="840827" cy="37837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Select</a:t>
            </a: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4D1DFA1-BCD6-C933-1DB6-100EB2C4EC27}"/>
              </a:ext>
            </a:extLst>
          </p:cNvPr>
          <p:cNvSpPr txBox="1"/>
          <p:nvPr/>
        </p:nvSpPr>
        <p:spPr>
          <a:xfrm>
            <a:off x="8787368" y="1252156"/>
            <a:ext cx="170156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ourier New"/>
              <a:buChar char="o"/>
            </a:pPr>
            <a:r>
              <a:rPr lang="zh-CN" altLang="en-US">
                <a:ea typeface="等线"/>
              </a:rPr>
              <a:t>Per Month</a:t>
            </a:r>
            <a:endParaRPr lang="zh-CN" altLang="en-US" dirty="0">
              <a:ea typeface="等线"/>
            </a:endParaRPr>
          </a:p>
          <a:p>
            <a:pPr marL="285750" indent="-285750">
              <a:buFont typeface="Courier New"/>
              <a:buChar char="o"/>
            </a:pPr>
            <a:r>
              <a:rPr lang="zh-CN" altLang="en-US">
                <a:ea typeface="等线"/>
              </a:rPr>
              <a:t>Per day</a:t>
            </a:r>
            <a:endParaRPr lang="zh-CN" altLang="en-US" dirty="0">
              <a:ea typeface="等线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1249EDF-AC72-E4BA-DB63-CFDE0A4FEEC9}"/>
              </a:ext>
            </a:extLst>
          </p:cNvPr>
          <p:cNvSpPr txBox="1"/>
          <p:nvPr/>
        </p:nvSpPr>
        <p:spPr>
          <a:xfrm>
            <a:off x="3345312" y="2094335"/>
            <a:ext cx="8915268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zh-CN" dirty="0">
                <a:ea typeface="+mn-lt"/>
                <a:cs typeface="+mn-lt"/>
              </a:rPr>
              <a:t>□</a:t>
            </a:r>
            <a:r>
              <a:rPr lang="zh-CN" altLang="en-US" dirty="0">
                <a:ea typeface="+mn-lt"/>
                <a:cs typeface="+mn-lt"/>
              </a:rPr>
              <a:t> </a:t>
            </a:r>
            <a:r>
              <a:rPr lang="en-US" altLang="zh-CN" dirty="0">
                <a:ea typeface="+mn-lt"/>
                <a:cs typeface="+mn-lt"/>
              </a:rPr>
              <a:t>ALL</a:t>
            </a:r>
            <a:r>
              <a:rPr lang="en-US" altLang="zh-CN" dirty="0">
                <a:cs typeface="+mn-lt"/>
              </a:rPr>
              <a:t>		</a:t>
            </a:r>
            <a:r>
              <a:rPr lang="zh-CN" altLang="en-US" dirty="0">
                <a:ea typeface="等线"/>
              </a:rPr>
              <a:t>■ </a:t>
            </a:r>
            <a:r>
              <a:rPr lang="en-US" altLang="zh-CN" dirty="0">
                <a:ea typeface="等线"/>
              </a:rPr>
              <a:t>Meal		</a:t>
            </a:r>
            <a:r>
              <a:rPr lang="zh-CN" altLang="en-US" dirty="0">
                <a:ea typeface="等线"/>
              </a:rPr>
              <a:t>■</a:t>
            </a:r>
            <a:r>
              <a:rPr lang="en-US" altLang="zh-CN" dirty="0">
                <a:ea typeface="等线"/>
              </a:rPr>
              <a:t> Daily expense		</a:t>
            </a:r>
            <a:r>
              <a:rPr lang="zh-CN" dirty="0">
                <a:ea typeface="+mn-lt"/>
                <a:cs typeface="+mn-lt"/>
              </a:rPr>
              <a:t>■ </a:t>
            </a:r>
            <a:r>
              <a:rPr lang="zh-CN" altLang="en-US" dirty="0">
                <a:ea typeface="等线"/>
              </a:rPr>
              <a:t> </a:t>
            </a:r>
            <a:r>
              <a:rPr lang="en-US" altLang="zh-CN" dirty="0">
                <a:ea typeface="等线"/>
              </a:rPr>
              <a:t>Fixed expense	</a:t>
            </a:r>
          </a:p>
          <a:p>
            <a:r>
              <a:rPr lang="zh-CN" altLang="en-US" dirty="0">
                <a:ea typeface="等线"/>
              </a:rPr>
              <a:t>□ </a:t>
            </a:r>
            <a:r>
              <a:rPr lang="en-US" altLang="zh-CN" dirty="0">
                <a:ea typeface="等线"/>
              </a:rPr>
              <a:t>Transportation 	</a:t>
            </a:r>
            <a:r>
              <a:rPr lang="zh-CN" altLang="en-US" dirty="0"/>
              <a:t>□ </a:t>
            </a:r>
            <a:r>
              <a:rPr lang="en-US" altLang="zh-CN" dirty="0"/>
              <a:t>Entertainment  	</a:t>
            </a:r>
            <a:r>
              <a:rPr lang="zh-CN" altLang="en-US" dirty="0"/>
              <a:t>□</a:t>
            </a:r>
            <a:r>
              <a:rPr lang="en-US" altLang="zh-CN" dirty="0"/>
              <a:t> Daily expense	</a:t>
            </a:r>
            <a:r>
              <a:rPr lang="en-US" altLang="zh-CN" dirty="0">
                <a:ea typeface="等线"/>
              </a:rPr>
              <a:t>……</a:t>
            </a:r>
            <a:r>
              <a:rPr lang="en-US" dirty="0">
                <a:ea typeface="+mn-lt"/>
                <a:cs typeface="+mn-lt"/>
              </a:rPr>
              <a:t>（Default all selected）</a:t>
            </a:r>
            <a:endParaRPr lang="zh-CN" altLang="en-US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B8A6E3AD-E861-9B83-EA80-984F098AC7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8729018"/>
              </p:ext>
            </p:extLst>
          </p:nvPr>
        </p:nvGraphicFramePr>
        <p:xfrm>
          <a:off x="3440971" y="2981688"/>
          <a:ext cx="8356798" cy="175260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338549">
                  <a:extLst>
                    <a:ext uri="{9D8B030D-6E8A-4147-A177-3AD203B41FA5}">
                      <a16:colId xmlns:a16="http://schemas.microsoft.com/office/drawing/2014/main" val="3257332128"/>
                    </a:ext>
                  </a:extLst>
                </a:gridCol>
                <a:gridCol w="1387193">
                  <a:extLst>
                    <a:ext uri="{9D8B030D-6E8A-4147-A177-3AD203B41FA5}">
                      <a16:colId xmlns:a16="http://schemas.microsoft.com/office/drawing/2014/main" val="2654629363"/>
                    </a:ext>
                  </a:extLst>
                </a:gridCol>
                <a:gridCol w="1306186">
                  <a:extLst>
                    <a:ext uri="{9D8B030D-6E8A-4147-A177-3AD203B41FA5}">
                      <a16:colId xmlns:a16="http://schemas.microsoft.com/office/drawing/2014/main" val="1732356494"/>
                    </a:ext>
                  </a:extLst>
                </a:gridCol>
                <a:gridCol w="1253781">
                  <a:extLst>
                    <a:ext uri="{9D8B030D-6E8A-4147-A177-3AD203B41FA5}">
                      <a16:colId xmlns:a16="http://schemas.microsoft.com/office/drawing/2014/main" val="467917464"/>
                    </a:ext>
                  </a:extLst>
                </a:gridCol>
                <a:gridCol w="1318260">
                  <a:extLst>
                    <a:ext uri="{9D8B030D-6E8A-4147-A177-3AD203B41FA5}">
                      <a16:colId xmlns:a16="http://schemas.microsoft.com/office/drawing/2014/main" val="1434743011"/>
                    </a:ext>
                  </a:extLst>
                </a:gridCol>
                <a:gridCol w="1020713">
                  <a:extLst>
                    <a:ext uri="{9D8B030D-6E8A-4147-A177-3AD203B41FA5}">
                      <a16:colId xmlns:a16="http://schemas.microsoft.com/office/drawing/2014/main" val="1472385198"/>
                    </a:ext>
                  </a:extLst>
                </a:gridCol>
                <a:gridCol w="866058">
                  <a:extLst>
                    <a:ext uri="{9D8B030D-6E8A-4147-A177-3AD203B41FA5}">
                      <a16:colId xmlns:a16="http://schemas.microsoft.com/office/drawing/2014/main" val="339060861"/>
                    </a:ext>
                  </a:extLst>
                </a:gridCol>
                <a:gridCol w="866058">
                  <a:extLst>
                    <a:ext uri="{9D8B030D-6E8A-4147-A177-3AD203B41FA5}">
                      <a16:colId xmlns:a16="http://schemas.microsoft.com/office/drawing/2014/main" val="19079206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Expense Amount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Expense Name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Expense Category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Currency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组合消费</a:t>
                      </a:r>
                      <a:r>
                        <a:rPr lang="en-US" altLang="zh-CN" dirty="0"/>
                        <a:t>id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0147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1000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xxxxxx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/>
                        <a:t>Xxxxx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JPY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null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Edit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Delete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266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57636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dirty="0"/>
                        <a:t>3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8204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5811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95F81A-2E3B-40E3-3CC2-58E8954D8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系统架构图</a:t>
            </a:r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26AA691-1299-7EA9-1892-6F47C2C638B0}"/>
              </a:ext>
            </a:extLst>
          </p:cNvPr>
          <p:cNvSpPr/>
          <p:nvPr/>
        </p:nvSpPr>
        <p:spPr>
          <a:xfrm>
            <a:off x="3451114" y="3719616"/>
            <a:ext cx="1744579" cy="9264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Web</a:t>
            </a:r>
          </a:p>
          <a:p>
            <a:pPr algn="ctr"/>
            <a:r>
              <a:rPr lang="en-US" altLang="zh-CN" dirty="0"/>
              <a:t> (React)</a:t>
            </a:r>
            <a:endParaRPr lang="zh-CN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3173025-F7AA-CF86-CAD7-9764FBB66447}"/>
              </a:ext>
            </a:extLst>
          </p:cNvPr>
          <p:cNvSpPr/>
          <p:nvPr/>
        </p:nvSpPr>
        <p:spPr>
          <a:xfrm>
            <a:off x="3918617" y="1652847"/>
            <a:ext cx="1744579" cy="9264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Backend server</a:t>
            </a:r>
          </a:p>
          <a:p>
            <a:pPr algn="ctr"/>
            <a:r>
              <a:rPr lang="en-US" altLang="zh-CN" dirty="0"/>
              <a:t>(Go, Gin)</a:t>
            </a:r>
            <a:endParaRPr lang="zh-CN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3159C70-1CBD-2B96-CA93-7A2F3380E160}"/>
              </a:ext>
            </a:extLst>
          </p:cNvPr>
          <p:cNvSpPr/>
          <p:nvPr/>
        </p:nvSpPr>
        <p:spPr>
          <a:xfrm>
            <a:off x="6957817" y="1652847"/>
            <a:ext cx="1744579" cy="92643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Database</a:t>
            </a:r>
          </a:p>
          <a:p>
            <a:pPr algn="ctr"/>
            <a:r>
              <a:rPr lang="en-US" altLang="zh-CN" dirty="0"/>
              <a:t>(PostgreSQL)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A6B16B7-EA7C-4DEE-9412-CC866F0E4449}"/>
              </a:ext>
            </a:extLst>
          </p:cNvPr>
          <p:cNvSpPr/>
          <p:nvPr/>
        </p:nvSpPr>
        <p:spPr>
          <a:xfrm>
            <a:off x="6213361" y="3719616"/>
            <a:ext cx="2155660" cy="9264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Mobile phone App</a:t>
            </a:r>
          </a:p>
          <a:p>
            <a:pPr algn="ctr"/>
            <a:r>
              <a:rPr lang="en-US" altLang="zh-CN" dirty="0"/>
              <a:t> (React Native)</a:t>
            </a:r>
            <a:endParaRPr lang="zh-CN" altLang="en-US" dirty="0"/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6C5DB8B1-7817-866D-5AC9-4B299DC0F0EC}"/>
              </a:ext>
            </a:extLst>
          </p:cNvPr>
          <p:cNvGrpSpPr/>
          <p:nvPr/>
        </p:nvGrpSpPr>
        <p:grpSpPr>
          <a:xfrm>
            <a:off x="3400225" y="5189572"/>
            <a:ext cx="914400" cy="1159143"/>
            <a:chOff x="5492417" y="831871"/>
            <a:chExt cx="914400" cy="1159143"/>
          </a:xfrm>
        </p:grpSpPr>
        <p:pic>
          <p:nvPicPr>
            <p:cNvPr id="10" name="图形 9" descr="用户 纯色填充">
              <a:extLst>
                <a:ext uri="{FF2B5EF4-FFF2-40B4-BE49-F238E27FC236}">
                  <a16:creationId xmlns:a16="http://schemas.microsoft.com/office/drawing/2014/main" id="{95CDAB08-ECDC-6FE2-ADCB-1A04DC3D04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492417" y="831871"/>
              <a:ext cx="914400" cy="914400"/>
            </a:xfrm>
            <a:prstGeom prst="rect">
              <a:avLst/>
            </a:prstGeom>
          </p:spPr>
        </p:pic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7AEDDAD0-3BAD-8D65-8FEB-8392BBB4C8A8}"/>
                </a:ext>
              </a:extLst>
            </p:cNvPr>
            <p:cNvSpPr txBox="1"/>
            <p:nvPr/>
          </p:nvSpPr>
          <p:spPr>
            <a:xfrm>
              <a:off x="5646498" y="1621682"/>
              <a:ext cx="6303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User</a:t>
              </a:r>
              <a:endParaRPr lang="zh-CN" altLang="en-US" dirty="0"/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2DCB10ED-DAD5-FDC3-A7E8-33FF28D33DAB}"/>
              </a:ext>
            </a:extLst>
          </p:cNvPr>
          <p:cNvGrpSpPr/>
          <p:nvPr/>
        </p:nvGrpSpPr>
        <p:grpSpPr>
          <a:xfrm>
            <a:off x="7619864" y="5105200"/>
            <a:ext cx="914400" cy="1159143"/>
            <a:chOff x="5492417" y="831871"/>
            <a:chExt cx="914400" cy="1159143"/>
          </a:xfrm>
        </p:grpSpPr>
        <p:pic>
          <p:nvPicPr>
            <p:cNvPr id="17" name="图形 16" descr="用户 纯色填充">
              <a:extLst>
                <a:ext uri="{FF2B5EF4-FFF2-40B4-BE49-F238E27FC236}">
                  <a16:creationId xmlns:a16="http://schemas.microsoft.com/office/drawing/2014/main" id="{033D4526-8E22-D4C6-7B7D-DBE1F5E81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492417" y="831871"/>
              <a:ext cx="914400" cy="914400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88A9815A-BB1A-0B3D-FE19-9CCF4926E6BF}"/>
                </a:ext>
              </a:extLst>
            </p:cNvPr>
            <p:cNvSpPr txBox="1"/>
            <p:nvPr/>
          </p:nvSpPr>
          <p:spPr>
            <a:xfrm>
              <a:off x="5646498" y="1621682"/>
              <a:ext cx="6303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User</a:t>
              </a:r>
              <a:endParaRPr lang="zh-CN" altLang="en-US" dirty="0"/>
            </a:p>
          </p:txBody>
        </p:sp>
      </p:grp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BA10E2B2-0A79-1E87-769F-F36F73238BE5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4077730" y="4646048"/>
            <a:ext cx="245674" cy="667357"/>
          </a:xfrm>
          <a:prstGeom prst="straightConnector1">
            <a:avLst/>
          </a:prstGeom>
          <a:ln w="38100">
            <a:solidFill>
              <a:schemeClr val="accent6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C8C55034-A639-2A2E-F485-39A3D67E3BB1}"/>
              </a:ext>
            </a:extLst>
          </p:cNvPr>
          <p:cNvCxnSpPr>
            <a:cxnSpLocks/>
            <a:endCxn id="8" idx="2"/>
          </p:cNvCxnSpPr>
          <p:nvPr/>
        </p:nvCxnSpPr>
        <p:spPr>
          <a:xfrm flipH="1" flipV="1">
            <a:off x="7291191" y="4646048"/>
            <a:ext cx="482754" cy="916352"/>
          </a:xfrm>
          <a:prstGeom prst="straightConnector1">
            <a:avLst/>
          </a:prstGeom>
          <a:ln w="38100">
            <a:solidFill>
              <a:schemeClr val="accent6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A6404459-BC3E-83BB-AAA0-7D5D0C240742}"/>
              </a:ext>
            </a:extLst>
          </p:cNvPr>
          <p:cNvCxnSpPr>
            <a:cxnSpLocks/>
            <a:stCxn id="4" idx="0"/>
            <a:endCxn id="6" idx="2"/>
          </p:cNvCxnSpPr>
          <p:nvPr/>
        </p:nvCxnSpPr>
        <p:spPr>
          <a:xfrm flipV="1">
            <a:off x="4323404" y="2579279"/>
            <a:ext cx="467503" cy="1140337"/>
          </a:xfrm>
          <a:prstGeom prst="straightConnector1">
            <a:avLst/>
          </a:prstGeom>
          <a:ln w="38100">
            <a:solidFill>
              <a:schemeClr val="accent6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4CDE2A77-980D-D8FE-4D79-8C702CAD268E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H="1" flipV="1">
            <a:off x="4790907" y="2579279"/>
            <a:ext cx="2500284" cy="1140337"/>
          </a:xfrm>
          <a:prstGeom prst="straightConnector1">
            <a:avLst/>
          </a:prstGeom>
          <a:ln w="38100">
            <a:solidFill>
              <a:schemeClr val="accent6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63B28144-D7E6-045F-A2B9-96C3815612E0}"/>
              </a:ext>
            </a:extLst>
          </p:cNvPr>
          <p:cNvSpPr txBox="1"/>
          <p:nvPr/>
        </p:nvSpPr>
        <p:spPr>
          <a:xfrm>
            <a:off x="5998249" y="2780115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00B050"/>
                </a:solidFill>
              </a:rPr>
              <a:t>RESTful API</a:t>
            </a:r>
            <a:endParaRPr lang="zh-CN" altLang="en-US" dirty="0">
              <a:solidFill>
                <a:srgbClr val="00B050"/>
              </a:solidFill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2B12DB5F-8895-3397-D144-D9A1CD624F69}"/>
              </a:ext>
            </a:extLst>
          </p:cNvPr>
          <p:cNvSpPr txBox="1"/>
          <p:nvPr/>
        </p:nvSpPr>
        <p:spPr>
          <a:xfrm>
            <a:off x="3262828" y="2999758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00B050"/>
                </a:solidFill>
              </a:rPr>
              <a:t>RESTful API</a:t>
            </a:r>
            <a:endParaRPr lang="zh-CN" altLang="en-US" dirty="0">
              <a:solidFill>
                <a:srgbClr val="00B050"/>
              </a:solidFill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552D413F-38D2-BD77-770E-535D7F175929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663196" y="2116063"/>
            <a:ext cx="1294621" cy="0"/>
          </a:xfrm>
          <a:prstGeom prst="straightConnector1">
            <a:avLst/>
          </a:prstGeom>
          <a:ln w="38100">
            <a:solidFill>
              <a:schemeClr val="accent6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3FCB72BE-2FB4-E76D-1128-54C245C43DED}"/>
              </a:ext>
            </a:extLst>
          </p:cNvPr>
          <p:cNvSpPr txBox="1"/>
          <p:nvPr/>
        </p:nvSpPr>
        <p:spPr>
          <a:xfrm>
            <a:off x="5924021" y="1735598"/>
            <a:ext cx="772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00B050"/>
                </a:solidFill>
              </a:rPr>
              <a:t>CRUD</a:t>
            </a:r>
          </a:p>
        </p:txBody>
      </p:sp>
    </p:spTree>
    <p:extLst>
      <p:ext uri="{BB962C8B-B14F-4D97-AF65-F5344CB8AC3E}">
        <p14:creationId xmlns:p14="http://schemas.microsoft.com/office/powerpoint/2010/main" val="22591787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9B4EBA-B6D9-97BE-E576-74C8E8BD4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数据库</a:t>
            </a:r>
            <a:r>
              <a:rPr lang="en-US" altLang="zh-CN" dirty="0"/>
              <a:t>ER</a:t>
            </a:r>
            <a:r>
              <a:rPr lang="zh-CN" altLang="en-US" dirty="0"/>
              <a:t>图（高层）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9DEEFE9-E958-BBC5-45C1-4E8F00D0DC45}"/>
              </a:ext>
            </a:extLst>
          </p:cNvPr>
          <p:cNvSpPr/>
          <p:nvPr/>
        </p:nvSpPr>
        <p:spPr>
          <a:xfrm>
            <a:off x="3199345" y="2072896"/>
            <a:ext cx="1748863" cy="87691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account_books</a:t>
            </a:r>
            <a:endParaRPr lang="en-US" altLang="zh-CN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EC1BAAA-032F-F34D-9E90-0A8D97FDA333}"/>
              </a:ext>
            </a:extLst>
          </p:cNvPr>
          <p:cNvSpPr/>
          <p:nvPr/>
        </p:nvSpPr>
        <p:spPr>
          <a:xfrm>
            <a:off x="5469627" y="4303290"/>
            <a:ext cx="2451649" cy="87691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expense_categories</a:t>
            </a:r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5D3D675-43BD-18F0-EA6E-CBA08B145A25}"/>
              </a:ext>
            </a:extLst>
          </p:cNvPr>
          <p:cNvSpPr/>
          <p:nvPr/>
        </p:nvSpPr>
        <p:spPr>
          <a:xfrm>
            <a:off x="3199345" y="4303290"/>
            <a:ext cx="1748863" cy="87691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expenses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D55219-F025-3E1A-0445-144179A6B8BC}"/>
              </a:ext>
            </a:extLst>
          </p:cNvPr>
          <p:cNvCxnSpPr>
            <a:cxnSpLocks/>
            <a:stCxn id="49" idx="0"/>
            <a:endCxn id="5" idx="2"/>
          </p:cNvCxnSpPr>
          <p:nvPr/>
        </p:nvCxnSpPr>
        <p:spPr>
          <a:xfrm flipV="1">
            <a:off x="2047150" y="2949808"/>
            <a:ext cx="2026627" cy="1353482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992FE02-66DC-4992-44AA-4896E1534070}"/>
              </a:ext>
            </a:extLst>
          </p:cNvPr>
          <p:cNvSpPr txBox="1"/>
          <p:nvPr/>
        </p:nvSpPr>
        <p:spPr>
          <a:xfrm>
            <a:off x="3533625" y="2949808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N</a:t>
            </a:r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AB1C95E-6EF1-4035-C67C-F4438E8415A3}"/>
              </a:ext>
            </a:extLst>
          </p:cNvPr>
          <p:cNvSpPr txBox="1"/>
          <p:nvPr/>
        </p:nvSpPr>
        <p:spPr>
          <a:xfrm>
            <a:off x="2060827" y="3898817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N</a:t>
            </a:r>
            <a:endParaRPr lang="zh-CN" altLang="en-US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9E348396-5B45-CD1F-FBC1-5FC89BF13EAF}"/>
              </a:ext>
            </a:extLst>
          </p:cNvPr>
          <p:cNvSpPr txBox="1"/>
          <p:nvPr/>
        </p:nvSpPr>
        <p:spPr>
          <a:xfrm>
            <a:off x="4012662" y="3932465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N</a:t>
            </a:r>
            <a:endParaRPr lang="zh-CN" altLang="en-US" dirty="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F7077C09-4729-82D1-9822-EBB45074DFFF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V="1">
            <a:off x="4073777" y="2949808"/>
            <a:ext cx="0" cy="1353482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4CC548D7-6370-0364-AF11-E7DB0264E54C}"/>
              </a:ext>
            </a:extLst>
          </p:cNvPr>
          <p:cNvSpPr txBox="1"/>
          <p:nvPr/>
        </p:nvSpPr>
        <p:spPr>
          <a:xfrm>
            <a:off x="3987611" y="301223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79A6027B-51F3-1D53-F542-AF4B20F0B208}"/>
              </a:ext>
            </a:extLst>
          </p:cNvPr>
          <p:cNvSpPr/>
          <p:nvPr/>
        </p:nvSpPr>
        <p:spPr>
          <a:xfrm>
            <a:off x="1437762" y="4303290"/>
            <a:ext cx="1218775" cy="87691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Users</a:t>
            </a: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BE72058F-9EE9-D951-2D47-4FDC24CE0D71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H="1" flipV="1">
            <a:off x="4073777" y="2949808"/>
            <a:ext cx="2621675" cy="1353482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BB05639F-2326-3E11-7AE5-0DFE435F93BB}"/>
              </a:ext>
            </a:extLst>
          </p:cNvPr>
          <p:cNvSpPr txBox="1"/>
          <p:nvPr/>
        </p:nvSpPr>
        <p:spPr>
          <a:xfrm>
            <a:off x="6648723" y="3965452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N</a:t>
            </a:r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BFCCC6F-C258-3C26-CCB0-376AB1996FFF}"/>
              </a:ext>
            </a:extLst>
          </p:cNvPr>
          <p:cNvSpPr txBox="1"/>
          <p:nvPr/>
        </p:nvSpPr>
        <p:spPr>
          <a:xfrm>
            <a:off x="4884443" y="316348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3C8984C-5E7B-6726-0183-B40019FAA026}"/>
              </a:ext>
            </a:extLst>
          </p:cNvPr>
          <p:cNvSpPr txBox="1"/>
          <p:nvPr/>
        </p:nvSpPr>
        <p:spPr>
          <a:xfrm>
            <a:off x="2256022" y="3332016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access</a:t>
            </a:r>
            <a:endParaRPr lang="zh-CN" altLang="en-US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082D6F94-EFBB-8700-7156-1A0C437C8C73}"/>
              </a:ext>
            </a:extLst>
          </p:cNvPr>
          <p:cNvSpPr txBox="1"/>
          <p:nvPr/>
        </p:nvSpPr>
        <p:spPr>
          <a:xfrm>
            <a:off x="5534045" y="3489064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own</a:t>
            </a:r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BE85123-C533-E265-DCF6-B21AA7C3D18B}"/>
              </a:ext>
            </a:extLst>
          </p:cNvPr>
          <p:cNvSpPr txBox="1"/>
          <p:nvPr/>
        </p:nvSpPr>
        <p:spPr>
          <a:xfrm>
            <a:off x="4000030" y="3503369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own</a:t>
            </a:r>
            <a:endParaRPr lang="zh-CN" altLang="en-US" dirty="0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7018260C-024F-3CF9-B149-7BBB6E176BC1}"/>
              </a:ext>
            </a:extLst>
          </p:cNvPr>
          <p:cNvSpPr/>
          <p:nvPr/>
        </p:nvSpPr>
        <p:spPr>
          <a:xfrm>
            <a:off x="8395966" y="4301797"/>
            <a:ext cx="2451649" cy="87691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budgets</a:t>
            </a: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AFA083E-1A79-E023-A029-6419FA6A0C79}"/>
              </a:ext>
            </a:extLst>
          </p:cNvPr>
          <p:cNvCxnSpPr>
            <a:cxnSpLocks/>
            <a:stCxn id="60" idx="0"/>
            <a:endCxn id="5" idx="2"/>
          </p:cNvCxnSpPr>
          <p:nvPr/>
        </p:nvCxnSpPr>
        <p:spPr>
          <a:xfrm flipH="1" flipV="1">
            <a:off x="4073777" y="2949808"/>
            <a:ext cx="5548014" cy="135198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4A767158-E1DB-9411-61BC-3C4799EBF8EA}"/>
              </a:ext>
            </a:extLst>
          </p:cNvPr>
          <p:cNvSpPr txBox="1"/>
          <p:nvPr/>
        </p:nvSpPr>
        <p:spPr>
          <a:xfrm>
            <a:off x="5044219" y="283178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03D273C-BEDA-891D-4919-C40C78FAB005}"/>
              </a:ext>
            </a:extLst>
          </p:cNvPr>
          <p:cNvSpPr txBox="1"/>
          <p:nvPr/>
        </p:nvSpPr>
        <p:spPr>
          <a:xfrm>
            <a:off x="7001705" y="3375280"/>
            <a:ext cx="606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own</a:t>
            </a:r>
            <a:endParaRPr lang="zh-CN" altLang="en-US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A0594856-89D0-E7B9-D1D7-CF9CF676B4B4}"/>
              </a:ext>
            </a:extLst>
          </p:cNvPr>
          <p:cNvSpPr txBox="1"/>
          <p:nvPr/>
        </p:nvSpPr>
        <p:spPr>
          <a:xfrm>
            <a:off x="9552103" y="3965452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92725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D372F-04CA-DB40-1F8E-DF4B6D797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关于账本邀请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DBD5DBF-B882-5724-CA95-B9378E215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78" y="1685098"/>
            <a:ext cx="4371431" cy="6858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148A0C8-07BA-23DD-1822-281FC49BE3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245" y="0"/>
            <a:ext cx="73889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45277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A92B44-E1B1-6860-D5EF-698F78F12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关于账本邀请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D82F8F0-E45D-3C7C-EF47-9989BBA205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4297" cy="6858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B4BFA76-94B6-13E6-C260-C1EC3CCDF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6956" y="365125"/>
            <a:ext cx="7830643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33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F12F73-39A3-7379-D666-1AFB50C83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A0B3E9-32BF-ACD0-B3F0-CF6E0F23A1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B67C9B4-ADD7-A4C9-D26E-1DCC0C298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572" y="230188"/>
            <a:ext cx="75328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5968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8B28E4-AB2F-DDA2-A5E1-7714B6293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5C618B-5111-631B-4957-D5DA989AB4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rPr lang="en-US" altLang="zh-CN" dirty="0"/>
              <a:t>users</a:t>
            </a:r>
            <a:r>
              <a:rPr lang="zh-CN" altLang="zh-CN" dirty="0"/>
              <a:t>（用户）：</a:t>
            </a:r>
          </a:p>
          <a:p>
            <a:pPr lvl="0"/>
            <a:r>
              <a:rPr lang="en-US" altLang="zh-CN" dirty="0" err="1"/>
              <a:t>account_books</a:t>
            </a:r>
            <a:r>
              <a:rPr lang="zh-CN" altLang="zh-CN" dirty="0"/>
              <a:t>（账本）</a:t>
            </a:r>
          </a:p>
          <a:p>
            <a:pPr lvl="0"/>
            <a:r>
              <a:rPr lang="en-US" altLang="zh-CN" dirty="0" err="1"/>
              <a:t>account_to_users</a:t>
            </a:r>
            <a:r>
              <a:rPr lang="zh-CN" altLang="zh-CN" dirty="0"/>
              <a:t>（账本成员</a:t>
            </a:r>
            <a:r>
              <a:rPr lang="en-US" altLang="zh-CN" dirty="0"/>
              <a:t> + </a:t>
            </a:r>
            <a:r>
              <a:rPr lang="zh-CN" altLang="zh-CN" dirty="0"/>
              <a:t>账本内角色）</a:t>
            </a:r>
          </a:p>
          <a:p>
            <a:pPr lvl="0"/>
            <a:r>
              <a:rPr lang="en-US" altLang="zh-CN" dirty="0" err="1"/>
              <a:t>transaction_categories</a:t>
            </a:r>
            <a:r>
              <a:rPr lang="zh-CN" altLang="zh-CN" dirty="0"/>
              <a:t>（账本下的消费分类）</a:t>
            </a:r>
          </a:p>
          <a:p>
            <a:pPr lvl="0"/>
            <a:r>
              <a:rPr lang="en-US" altLang="zh-CN" dirty="0"/>
              <a:t>transactions</a:t>
            </a:r>
            <a:r>
              <a:rPr lang="zh-CN" altLang="zh-CN" dirty="0"/>
              <a:t>（消费记录）</a:t>
            </a:r>
          </a:p>
          <a:p>
            <a:pPr lvl="0"/>
            <a:r>
              <a:rPr lang="en-US" altLang="zh-CN" dirty="0" err="1"/>
              <a:t>exchange_rates</a:t>
            </a:r>
            <a:r>
              <a:rPr lang="zh-CN" altLang="zh-CN" dirty="0"/>
              <a:t>（汇率表，按对、按日存）</a:t>
            </a:r>
          </a:p>
          <a:p>
            <a:pPr lvl="0"/>
            <a:r>
              <a:rPr lang="en-US" altLang="zh-CN" dirty="0"/>
              <a:t>notifications</a:t>
            </a:r>
            <a:r>
              <a:rPr lang="zh-CN" altLang="zh-CN" dirty="0"/>
              <a:t>（通知与提醒记录</a:t>
            </a:r>
            <a:r>
              <a:rPr lang="en-US" altLang="zh-CN" dirty="0"/>
              <a:t>/</a:t>
            </a:r>
            <a:r>
              <a:rPr lang="zh-CN" altLang="zh-CN" dirty="0"/>
              <a:t>队列）</a:t>
            </a:r>
          </a:p>
          <a:p>
            <a:pPr lvl="0"/>
            <a:r>
              <a:rPr lang="en-US" altLang="zh-CN" dirty="0" err="1"/>
              <a:t>auth_refresh_tokens</a:t>
            </a:r>
            <a:r>
              <a:rPr lang="zh-CN" altLang="zh-CN" dirty="0"/>
              <a:t>（刷新令牌存储，支持登出</a:t>
            </a:r>
            <a:r>
              <a:rPr lang="en-US" altLang="zh-CN" dirty="0"/>
              <a:t>/</a:t>
            </a:r>
            <a:r>
              <a:rPr lang="zh-CN" altLang="zh-CN" dirty="0"/>
              <a:t>撤销）</a:t>
            </a:r>
          </a:p>
          <a:p>
            <a:pPr lvl="0"/>
            <a:r>
              <a:rPr lang="en-US" altLang="zh-CN" dirty="0" err="1"/>
              <a:t>rbac_permissions</a:t>
            </a:r>
            <a:r>
              <a:rPr lang="zh-CN" altLang="zh-CN" dirty="0"/>
              <a:t>（可选：权限表） —— 如果要精细权限控制（可先略）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236324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A487B3-CF2D-5677-079F-52B60D710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针对账本数据和汇率的方针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C80F516-7A64-FA4F-4E1A-51F42C5E5C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zh-CN" altLang="en-US" b="1" dirty="0"/>
              <a:t>① 账单存 </a:t>
            </a:r>
            <a:r>
              <a:rPr lang="en-US" altLang="zh-CN" b="1" dirty="0"/>
              <a:t>4 </a:t>
            </a:r>
            <a:r>
              <a:rPr lang="zh-CN" altLang="en-US" b="1" dirty="0"/>
              <a:t>个关键字段：</a:t>
            </a:r>
          </a:p>
          <a:p>
            <a:pPr marL="457200" lvl="1" indent="0">
              <a:buNone/>
            </a:pPr>
            <a:r>
              <a:rPr lang="zh-CN" altLang="en-US" dirty="0"/>
              <a:t>原始金额</a:t>
            </a:r>
          </a:p>
          <a:p>
            <a:pPr marL="457200" lvl="1" indent="0">
              <a:buNone/>
            </a:pPr>
            <a:r>
              <a:rPr lang="zh-CN" altLang="en-US" dirty="0"/>
              <a:t>原始币种</a:t>
            </a:r>
          </a:p>
          <a:p>
            <a:pPr marL="457200" lvl="1" indent="0">
              <a:buNone/>
            </a:pPr>
            <a:r>
              <a:rPr lang="zh-CN" altLang="en-US" dirty="0"/>
              <a:t>当时汇率</a:t>
            </a:r>
          </a:p>
          <a:p>
            <a:pPr marL="457200" lvl="1" indent="0">
              <a:buNone/>
            </a:pPr>
            <a:r>
              <a:rPr lang="zh-CN" altLang="en-US" dirty="0"/>
              <a:t>转换后的账本金额</a:t>
            </a:r>
          </a:p>
          <a:p>
            <a:pPr marL="0" indent="0">
              <a:buNone/>
            </a:pPr>
            <a:r>
              <a:rPr lang="zh-CN" altLang="en-US" b="1" dirty="0"/>
              <a:t>② 账本具有 </a:t>
            </a:r>
            <a:r>
              <a:rPr lang="en-US" altLang="zh-CN" b="1" dirty="0"/>
              <a:t>Base Currency</a:t>
            </a:r>
            <a:r>
              <a:rPr lang="zh-CN" altLang="en-US" b="1" dirty="0"/>
              <a:t>（用于统计的一致货币）</a:t>
            </a:r>
          </a:p>
          <a:p>
            <a:pPr marL="0" indent="0">
              <a:buNone/>
            </a:pPr>
            <a:r>
              <a:rPr lang="zh-CN" altLang="en-US" b="1" dirty="0"/>
              <a:t>③ 用户常用币种只影响展示，不影响存储</a:t>
            </a:r>
          </a:p>
          <a:p>
            <a:pPr marL="0" indent="0">
              <a:buNone/>
            </a:pPr>
            <a:r>
              <a:rPr lang="zh-CN" altLang="en-US" b="1" dirty="0"/>
              <a:t>④ 用户改常用币种不会影响数据</a:t>
            </a:r>
          </a:p>
          <a:p>
            <a:pPr marL="0" indent="0">
              <a:buNone/>
            </a:pPr>
            <a:r>
              <a:rPr lang="zh-CN" altLang="en-US" b="1" dirty="0"/>
              <a:t>⑤ 账本币种只允许在账本无数据时修改</a:t>
            </a:r>
          </a:p>
          <a:p>
            <a:pPr marL="0" indent="0">
              <a:buNone/>
            </a:pPr>
            <a:r>
              <a:rPr lang="zh-CN" altLang="en-US" b="1" dirty="0"/>
              <a:t>⑥ 汇率表必须存每日汇率，并可回溯历史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12676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09781D-D473-346B-4A99-682357381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针对汇率数据存储问题的方针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1F441D-4083-1912-F645-D84BBBDDE5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b="1" dirty="0"/>
              <a:t>服务器每天只维护核心常用货币之间的汇率（例如 </a:t>
            </a:r>
            <a:r>
              <a:rPr lang="en-US" altLang="zh-CN" b="1" dirty="0"/>
              <a:t>JPY/CNY/USD</a:t>
            </a:r>
            <a:r>
              <a:rPr lang="zh-CN" altLang="en-US" b="1" dirty="0"/>
              <a:t>）。</a:t>
            </a:r>
          </a:p>
          <a:p>
            <a:r>
              <a:rPr lang="zh-CN" altLang="en-US" b="1" dirty="0"/>
              <a:t>当账单出现新的币种时，再即时查询对应汇率并入库（</a:t>
            </a:r>
            <a:r>
              <a:rPr lang="en-US" altLang="zh-CN" b="1" dirty="0"/>
              <a:t>Lazy Fetch + Cache</a:t>
            </a:r>
            <a:r>
              <a:rPr lang="zh-CN" altLang="en-US" b="1" dirty="0"/>
              <a:t>）。</a:t>
            </a:r>
          </a:p>
          <a:p>
            <a:r>
              <a:rPr lang="zh-CN" altLang="en-US" b="1" dirty="0"/>
              <a:t>汇率表只存“用到的”汇率条目，不存全球全量汇率。</a:t>
            </a:r>
          </a:p>
          <a:p>
            <a:r>
              <a:rPr lang="zh-CN" altLang="en-US" b="1" dirty="0"/>
              <a:t>必须保存历史汇率，用于账单还原，避免因汇率变化导致历史账单失真。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1893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78DD23-8901-72FE-AB23-A16B9D14B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共享账本功能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2BC391-6C68-4148-756B-294C58C7FA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多个用户可以在同一个账本里记账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这样的话 消费记录在数据库中不仅要关联账本</a:t>
            </a:r>
            <a:r>
              <a:rPr lang="en-US" altLang="zh-CN" dirty="0"/>
              <a:t>id</a:t>
            </a:r>
            <a:r>
              <a:rPr lang="zh-CN" altLang="en-US" dirty="0"/>
              <a:t>，还要关联</a:t>
            </a:r>
            <a:r>
              <a:rPr lang="zh-CN" altLang="en-US"/>
              <a:t>用户</a:t>
            </a:r>
            <a:r>
              <a:rPr lang="en-US" altLang="zh-CN"/>
              <a:t>id</a:t>
            </a:r>
          </a:p>
          <a:p>
            <a:endParaRPr lang="en-US" altLang="zh-CN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887060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7B30F2-50E2-BD6F-498F-6B446D7D3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方针</a:t>
            </a:r>
            <a:r>
              <a:rPr lang="en-US" altLang="zh-CN" dirty="0"/>
              <a:t>	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A88F3EE-8B45-C0E4-06E7-02255BA940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sz="2400" strike="sngStrike" dirty="0"/>
              <a:t>要不然干脆放弃</a:t>
            </a:r>
            <a:r>
              <a:rPr lang="en-US" altLang="zh-CN" sz="2400" strike="sngStrike" dirty="0"/>
              <a:t>Merge</a:t>
            </a:r>
            <a:r>
              <a:rPr lang="zh-CN" altLang="en-US" sz="2400" strike="sngStrike" dirty="0"/>
              <a:t>？只保留导入完全覆盖？</a:t>
            </a:r>
            <a:endParaRPr lang="en-US" altLang="zh-CN" sz="2400" strike="sngStrike" dirty="0"/>
          </a:p>
          <a:p>
            <a:r>
              <a:rPr lang="zh-CN" altLang="en-US" sz="2400" strike="sngStrike" dirty="0"/>
              <a:t>或者导入时只做</a:t>
            </a:r>
            <a:r>
              <a:rPr lang="en-US" altLang="zh-CN" sz="2400" strike="sngStrike" dirty="0"/>
              <a:t>【</a:t>
            </a:r>
            <a:r>
              <a:rPr lang="zh-CN" altLang="en-US" sz="2400" strike="sngStrike" dirty="0"/>
              <a:t>名称</a:t>
            </a:r>
            <a:r>
              <a:rPr lang="en-US" altLang="zh-CN" sz="2400" strike="sngStrike" dirty="0"/>
              <a:t>+</a:t>
            </a:r>
            <a:r>
              <a:rPr lang="zh-CN" altLang="en-US" sz="2400" strike="sngStrike" dirty="0"/>
              <a:t>价格</a:t>
            </a:r>
            <a:r>
              <a:rPr lang="en-US" altLang="zh-CN" sz="2400" strike="sngStrike" dirty="0"/>
              <a:t>+</a:t>
            </a:r>
            <a:r>
              <a:rPr lang="zh-CN" altLang="en-US" sz="2400" strike="sngStrike" dirty="0"/>
              <a:t>类别</a:t>
            </a:r>
            <a:r>
              <a:rPr lang="en-US" altLang="zh-CN" sz="2400" strike="sngStrike" dirty="0"/>
              <a:t>+</a:t>
            </a:r>
            <a:r>
              <a:rPr lang="zh-CN" altLang="en-US" sz="2400" strike="sngStrike" dirty="0"/>
              <a:t>合并</a:t>
            </a:r>
            <a:r>
              <a:rPr lang="en-US" altLang="zh-CN" sz="2400" strike="sngStrike" dirty="0"/>
              <a:t>】</a:t>
            </a:r>
            <a:r>
              <a:rPr lang="zh-CN" altLang="en-US" sz="2400" strike="sngStrike" dirty="0"/>
              <a:t>的判断，不一致就都加</a:t>
            </a:r>
            <a:endParaRPr lang="en-US" altLang="zh-CN" sz="2400" strike="sngStrike" dirty="0"/>
          </a:p>
          <a:p>
            <a:endParaRPr lang="en-US" altLang="zh-CN" sz="2400" strike="sngStrike" dirty="0"/>
          </a:p>
          <a:p>
            <a:r>
              <a:rPr lang="zh-CN" altLang="en-US" sz="2400" strike="sngStrike" dirty="0"/>
              <a:t>或者，允许</a:t>
            </a:r>
            <a:r>
              <a:rPr lang="en-US" altLang="zh-CN" sz="2400" strike="sngStrike" dirty="0"/>
              <a:t>merge</a:t>
            </a:r>
            <a:r>
              <a:rPr lang="zh-CN" altLang="en-US" sz="2400" strike="sngStrike" dirty="0"/>
              <a:t>，允许完全实时（比如在手机端每次操作后自动导出并覆盖）</a:t>
            </a:r>
            <a:endParaRPr lang="en-US" altLang="zh-CN" sz="2400" strike="sngStrike" dirty="0"/>
          </a:p>
          <a:p>
            <a:r>
              <a:rPr lang="zh-CN" altLang="en-US" sz="2400" strike="sngStrike" dirty="0"/>
              <a:t>再或者，允许</a:t>
            </a:r>
            <a:r>
              <a:rPr lang="en-US" altLang="zh-CN" sz="2400" strike="sngStrike" dirty="0"/>
              <a:t>merge</a:t>
            </a:r>
            <a:r>
              <a:rPr lang="zh-CN" altLang="en-US" sz="2400" strike="sngStrike" dirty="0"/>
              <a:t>，每次</a:t>
            </a:r>
            <a:r>
              <a:rPr lang="en-US" altLang="zh-CN" sz="2400" strike="sngStrike" dirty="0"/>
              <a:t>merge</a:t>
            </a:r>
            <a:r>
              <a:rPr lang="zh-CN" altLang="en-US" sz="2400" strike="sngStrike" dirty="0"/>
              <a:t>后把同类型且价格相差小的消费高亮出来，手动处理。（这个</a:t>
            </a:r>
            <a:r>
              <a:rPr lang="en-US" altLang="zh-CN" sz="2400" strike="sngStrike" dirty="0"/>
              <a:t>merge</a:t>
            </a:r>
            <a:r>
              <a:rPr lang="zh-CN" altLang="en-US" sz="2400" strike="sngStrike" dirty="0"/>
              <a:t>发生在</a:t>
            </a:r>
            <a:r>
              <a:rPr lang="en-US" altLang="zh-CN" sz="2400" strike="sngStrike" dirty="0"/>
              <a:t>excel</a:t>
            </a:r>
            <a:r>
              <a:rPr lang="zh-CN" altLang="en-US" sz="2400" strike="sngStrike" dirty="0"/>
              <a:t>添加后，同时手机端又在当日第一次添加时？）</a:t>
            </a:r>
            <a:endParaRPr lang="en-US" altLang="zh-CN" sz="2400" strike="sngStrike" dirty="0"/>
          </a:p>
          <a:p>
            <a:r>
              <a:rPr lang="zh-CN" altLang="en-US" sz="2400" b="1" dirty="0">
                <a:solidFill>
                  <a:srgbClr val="FF0000"/>
                </a:solidFill>
              </a:rPr>
              <a:t>最终结论：不允许</a:t>
            </a:r>
            <a:r>
              <a:rPr lang="en-US" altLang="zh-CN" sz="2400" b="1" dirty="0">
                <a:solidFill>
                  <a:srgbClr val="FF0000"/>
                </a:solidFill>
              </a:rPr>
              <a:t>Merge</a:t>
            </a:r>
            <a:r>
              <a:rPr lang="zh-CN" altLang="en-US" sz="2400" b="1" dirty="0">
                <a:solidFill>
                  <a:srgbClr val="FF0000"/>
                </a:solidFill>
              </a:rPr>
              <a:t>，完全转移到数据库</a:t>
            </a:r>
            <a:endParaRPr lang="en-US" altLang="zh-CN" sz="2400" b="1" dirty="0">
              <a:solidFill>
                <a:srgbClr val="FF0000"/>
              </a:solidFill>
            </a:endParaRPr>
          </a:p>
          <a:p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497266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F4EF1E-28CC-1466-F06C-C88CC1773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>
                <a:ea typeface="等线 Light"/>
              </a:rPr>
              <a:t>方针  </a:t>
            </a:r>
            <a:r>
              <a:rPr lang="en-US" altLang="zh-CN" b="1" dirty="0">
                <a:ea typeface="等线 Light"/>
              </a:rPr>
              <a:t>-  </a:t>
            </a:r>
            <a:r>
              <a:rPr lang="zh-CN" altLang="en-US" b="1" dirty="0">
                <a:ea typeface="等线 Light"/>
              </a:rPr>
              <a:t>关于前后端计算问题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03A4A9-6292-C463-5447-86E318E486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36773" cy="4351338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zh-CN" altLang="en-US" b="1" dirty="0">
                <a:ea typeface="等线"/>
              </a:rPr>
              <a:t>尽可能让客户端去进行计算。</a:t>
            </a:r>
          </a:p>
          <a:p>
            <a:pPr marL="0" indent="0">
              <a:buNone/>
            </a:pPr>
            <a:r>
              <a:rPr lang="zh-CN" altLang="en-US" dirty="0">
                <a:ea typeface="等线"/>
              </a:rPr>
              <a:t>Home和chart页面都可以直接把select的数据全部拿到前端，然后去计算饼图和折线图。要尽可能减少服务端计算压力</a:t>
            </a:r>
          </a:p>
          <a:p>
            <a:pPr marL="0" indent="0">
              <a:buNone/>
            </a:pPr>
            <a:r>
              <a:rPr lang="zh-CN" altLang="en-US" dirty="0">
                <a:ea typeface="等线"/>
              </a:rPr>
              <a:t>但如果需要的话，我们可以使用额外的服务器来承担大量计算</a:t>
            </a:r>
            <a:endParaRPr lang="en-US" altLang="zh-CN" dirty="0">
              <a:ea typeface="等线"/>
            </a:endParaRPr>
          </a:p>
          <a:p>
            <a:pPr marL="0" indent="0">
              <a:buNone/>
            </a:pPr>
            <a:endParaRPr lang="zh-CN" altLang="en-US" dirty="0">
              <a:ea typeface="等线"/>
            </a:endParaRPr>
          </a:p>
          <a:p>
            <a:pPr marL="0" indent="0">
              <a:buNone/>
            </a:pPr>
            <a:r>
              <a:rPr lang="zh-CN" altLang="en-US" dirty="0">
                <a:ea typeface="等线"/>
              </a:rPr>
              <a:t>考虑到目前29个月的数据有147KB，</a:t>
            </a:r>
          </a:p>
          <a:p>
            <a:pPr marL="0" indent="0">
              <a:buNone/>
            </a:pPr>
            <a:r>
              <a:rPr lang="zh-CN" altLang="en-US" dirty="0">
                <a:ea typeface="等线"/>
              </a:rPr>
              <a:t>直观计算结果每年数据大约60KB。</a:t>
            </a:r>
          </a:p>
          <a:p>
            <a:pPr marL="0" indent="0">
              <a:buNone/>
            </a:pPr>
            <a:r>
              <a:rPr lang="zh-CN" altLang="en-US" b="1" strike="sngStrike" dirty="0">
                <a:ea typeface="等线"/>
              </a:rPr>
              <a:t>可以考虑允许前端的详细查询最多到达N（1~3）年，</a:t>
            </a:r>
          </a:p>
          <a:p>
            <a:pPr marL="0" indent="0">
              <a:buNone/>
            </a:pPr>
            <a:r>
              <a:rPr lang="zh-CN" altLang="en-US" strike="sngStrike" dirty="0">
                <a:ea typeface="等线"/>
              </a:rPr>
              <a:t>超过N年的合并数据查询</a:t>
            </a:r>
            <a:r>
              <a:rPr lang="zh-CN" altLang="en-US" strike="sngStrike" dirty="0">
                <a:solidFill>
                  <a:srgbClr val="FF0000"/>
                </a:solidFill>
                <a:ea typeface="等线"/>
              </a:rPr>
              <a:t>只显示chart和topN消费</a:t>
            </a:r>
            <a:r>
              <a:rPr lang="zh-CN" altLang="en-US" strike="sngStrike" dirty="0">
                <a:ea typeface="等线"/>
              </a:rPr>
              <a:t>。（这部分需要在后端计算）</a:t>
            </a:r>
          </a:p>
          <a:p>
            <a:pPr marL="0" indent="0">
              <a:buNone/>
            </a:pPr>
            <a:endParaRPr lang="zh-CN" altLang="en-US" dirty="0">
              <a:ea typeface="等线"/>
            </a:endParaRPr>
          </a:p>
          <a:p>
            <a:pPr marL="0" indent="0">
              <a:buNone/>
            </a:pPr>
            <a:endParaRPr lang="zh-CN" altLang="en-US" dirty="0">
              <a:ea typeface="等线"/>
            </a:endParaRPr>
          </a:p>
        </p:txBody>
      </p:sp>
    </p:spTree>
    <p:extLst>
      <p:ext uri="{BB962C8B-B14F-4D97-AF65-F5344CB8AC3E}">
        <p14:creationId xmlns:p14="http://schemas.microsoft.com/office/powerpoint/2010/main" val="16129556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3D38E-89B2-5135-819A-C0C128166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F10B83-BFBC-66C4-6FE8-07624CB81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>
                <a:ea typeface="等线 Light"/>
              </a:rPr>
              <a:t>方针  </a:t>
            </a:r>
            <a:r>
              <a:rPr lang="en-US" altLang="zh-CN" b="1" dirty="0">
                <a:ea typeface="等线 Light"/>
              </a:rPr>
              <a:t>-  </a:t>
            </a:r>
            <a:r>
              <a:rPr lang="zh-CN" altLang="en-US" b="1" dirty="0">
                <a:ea typeface="等线 Light"/>
              </a:rPr>
              <a:t>关于导入</a:t>
            </a:r>
            <a:r>
              <a:rPr lang="en-US" altLang="zh-CN" b="1" dirty="0">
                <a:ea typeface="等线 Light"/>
              </a:rPr>
              <a:t>/</a:t>
            </a:r>
            <a:r>
              <a:rPr lang="zh-CN" altLang="en-US" b="1" dirty="0">
                <a:ea typeface="等线 Light"/>
              </a:rPr>
              <a:t>导出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DDE6DA0-4BAC-08B3-04B4-CF8331FF95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36773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zh-CN" altLang="en-US" dirty="0">
                <a:ea typeface="等线"/>
              </a:rPr>
              <a:t>数据库与</a:t>
            </a:r>
            <a:r>
              <a:rPr lang="en-US" altLang="zh-CN" dirty="0">
                <a:ea typeface="等线"/>
              </a:rPr>
              <a:t>excel</a:t>
            </a:r>
            <a:r>
              <a:rPr lang="zh-CN" altLang="en-US" dirty="0">
                <a:ea typeface="等线"/>
              </a:rPr>
              <a:t>并不会实时同步，</a:t>
            </a:r>
            <a:endParaRPr lang="en-US" altLang="zh-CN" dirty="0">
              <a:ea typeface="等线"/>
            </a:endParaRPr>
          </a:p>
          <a:p>
            <a:pPr marL="0" indent="0">
              <a:buNone/>
            </a:pPr>
            <a:r>
              <a:rPr lang="zh-CN" altLang="en-US" dirty="0">
                <a:ea typeface="等线"/>
              </a:rPr>
              <a:t>仅允许利用</a:t>
            </a:r>
            <a:r>
              <a:rPr lang="en-US" altLang="zh-CN" dirty="0">
                <a:ea typeface="等线"/>
              </a:rPr>
              <a:t>excel</a:t>
            </a:r>
            <a:r>
              <a:rPr lang="zh-CN" altLang="en-US" dirty="0">
                <a:ea typeface="等线"/>
              </a:rPr>
              <a:t>进行完全初始化</a:t>
            </a:r>
            <a:r>
              <a:rPr lang="en-US" altLang="zh-CN" dirty="0">
                <a:ea typeface="等线"/>
              </a:rPr>
              <a:t>DB</a:t>
            </a:r>
            <a:r>
              <a:rPr lang="zh-CN" altLang="en-US" dirty="0">
                <a:ea typeface="等线"/>
              </a:rPr>
              <a:t>的行为（</a:t>
            </a:r>
            <a:r>
              <a:rPr lang="en-US" altLang="zh-CN" dirty="0">
                <a:ea typeface="等线"/>
              </a:rPr>
              <a:t>overwrite</a:t>
            </a:r>
            <a:r>
              <a:rPr lang="zh-CN" altLang="en-US" dirty="0">
                <a:ea typeface="等线"/>
              </a:rPr>
              <a:t>导入）。</a:t>
            </a:r>
            <a:endParaRPr lang="en-US" altLang="zh-CN" dirty="0">
              <a:ea typeface="等线"/>
            </a:endParaRPr>
          </a:p>
          <a:p>
            <a:pPr marL="0" indent="0">
              <a:buNone/>
            </a:pPr>
            <a:r>
              <a:rPr lang="zh-CN" altLang="en-US" dirty="0">
                <a:ea typeface="等线"/>
              </a:rPr>
              <a:t>允许导出，但是导出的</a:t>
            </a:r>
            <a:r>
              <a:rPr lang="en-US" altLang="zh-CN" dirty="0">
                <a:ea typeface="等线"/>
              </a:rPr>
              <a:t>excel</a:t>
            </a:r>
            <a:r>
              <a:rPr lang="zh-CN" altLang="en-US" dirty="0">
                <a:ea typeface="等线"/>
              </a:rPr>
              <a:t>文件要与当前账本原始</a:t>
            </a:r>
            <a:r>
              <a:rPr lang="en-US" altLang="zh-CN" dirty="0">
                <a:ea typeface="等线"/>
              </a:rPr>
              <a:t>excel</a:t>
            </a:r>
            <a:r>
              <a:rPr lang="zh-CN" altLang="en-US" dirty="0">
                <a:ea typeface="等线"/>
              </a:rPr>
              <a:t>做一次</a:t>
            </a:r>
            <a:r>
              <a:rPr lang="en-US" altLang="zh-CN" dirty="0">
                <a:ea typeface="等线"/>
              </a:rPr>
              <a:t>diff</a:t>
            </a:r>
            <a:r>
              <a:rPr lang="zh-CN" altLang="en-US" dirty="0">
                <a:ea typeface="等线"/>
              </a:rPr>
              <a:t>（用来手动确认差分，是否缺少历史数据），这个</a:t>
            </a:r>
            <a:r>
              <a:rPr lang="en-US" altLang="zh-CN" dirty="0">
                <a:ea typeface="等线"/>
              </a:rPr>
              <a:t>diff</a:t>
            </a:r>
            <a:r>
              <a:rPr lang="zh-CN" altLang="en-US" dirty="0">
                <a:ea typeface="等线"/>
              </a:rPr>
              <a:t>可能需要手动实现。</a:t>
            </a:r>
          </a:p>
          <a:p>
            <a:pPr marL="0" indent="0">
              <a:buNone/>
            </a:pPr>
            <a:endParaRPr lang="zh-CN" altLang="en-US" dirty="0">
              <a:ea typeface="等线"/>
            </a:endParaRPr>
          </a:p>
        </p:txBody>
      </p:sp>
    </p:spTree>
    <p:extLst>
      <p:ext uri="{BB962C8B-B14F-4D97-AF65-F5344CB8AC3E}">
        <p14:creationId xmlns:p14="http://schemas.microsoft.com/office/powerpoint/2010/main" val="17715622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0A6B1-6B22-CC36-1C30-187B54ABE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402204-A853-BA65-896D-5BE9F34BD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>
                <a:ea typeface="等线 Light"/>
              </a:rPr>
              <a:t>功能  </a:t>
            </a:r>
            <a:r>
              <a:rPr lang="en-US" altLang="zh-CN" b="1" dirty="0">
                <a:ea typeface="等线 Light"/>
              </a:rPr>
              <a:t>-  </a:t>
            </a:r>
            <a:r>
              <a:rPr lang="zh-CN" altLang="en-US" b="1" dirty="0">
                <a:ea typeface="等线 Light"/>
              </a:rPr>
              <a:t>每月统计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146EF4-6010-01D1-0CEC-BBA914D3A2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36773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zh-CN" altLang="en-US" dirty="0">
                <a:ea typeface="等线"/>
              </a:rPr>
              <a:t>每天？月？季度？进行一次统计，存入数据库，让前端可以直接拿到计算结果。</a:t>
            </a:r>
            <a:endParaRPr lang="en-US" altLang="zh-CN" dirty="0">
              <a:ea typeface="等线"/>
            </a:endParaRPr>
          </a:p>
          <a:p>
            <a:pPr marL="0" indent="0">
              <a:buNone/>
            </a:pPr>
            <a:endParaRPr lang="en-US" altLang="zh-CN" dirty="0">
              <a:ea typeface="等线"/>
            </a:endParaRPr>
          </a:p>
          <a:p>
            <a:pPr marL="0" indent="0">
              <a:buNone/>
            </a:pPr>
            <a:endParaRPr lang="zh-CN" altLang="en-US" dirty="0">
              <a:ea typeface="等线"/>
            </a:endParaRPr>
          </a:p>
        </p:txBody>
      </p:sp>
    </p:spTree>
    <p:extLst>
      <p:ext uri="{BB962C8B-B14F-4D97-AF65-F5344CB8AC3E}">
        <p14:creationId xmlns:p14="http://schemas.microsoft.com/office/powerpoint/2010/main" val="40920117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967B90-39F3-1BE3-ED5E-613421828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功能</a:t>
            </a:r>
            <a:r>
              <a:rPr lang="en-US" altLang="zh-CN" dirty="0"/>
              <a:t> – </a:t>
            </a:r>
            <a:r>
              <a:rPr lang="zh-CN" altLang="en-US" dirty="0"/>
              <a:t>账本备份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0100C8A-804C-4B34-D034-8DF0D35F8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保存过去</a:t>
            </a:r>
            <a:r>
              <a:rPr lang="en-US" altLang="zh-CN" dirty="0"/>
              <a:t>N</a:t>
            </a:r>
            <a:r>
              <a:rPr lang="zh-CN" altLang="en-US" dirty="0"/>
              <a:t>天的账本（</a:t>
            </a:r>
            <a:r>
              <a:rPr lang="en-US" altLang="zh-CN" dirty="0"/>
              <a:t>N=10/30?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zh-CN" altLang="en-US" dirty="0"/>
              <a:t>实现：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每天凌晨</a:t>
            </a:r>
            <a:r>
              <a:rPr lang="en-US" altLang="zh-CN" dirty="0"/>
              <a:t>5</a:t>
            </a:r>
            <a:r>
              <a:rPr lang="zh-CN" altLang="en-US" dirty="0"/>
              <a:t>点导出前一天的（要判断下日期，</a:t>
            </a:r>
            <a:r>
              <a:rPr lang="en-US" altLang="zh-CN" dirty="0"/>
              <a:t>0</a:t>
            </a:r>
            <a:r>
              <a:rPr lang="zh-CN" altLang="en-US" dirty="0"/>
              <a:t>点之后的不要导出）账本，再把前第</a:t>
            </a:r>
            <a:r>
              <a:rPr lang="en-US" altLang="zh-CN" dirty="0"/>
              <a:t>N</a:t>
            </a:r>
            <a:r>
              <a:rPr lang="zh-CN" altLang="en-US" dirty="0"/>
              <a:t>天的账本删除</a:t>
            </a:r>
          </a:p>
        </p:txBody>
      </p:sp>
    </p:spTree>
    <p:extLst>
      <p:ext uri="{BB962C8B-B14F-4D97-AF65-F5344CB8AC3E}">
        <p14:creationId xmlns:p14="http://schemas.microsoft.com/office/powerpoint/2010/main" val="1394787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3C77D1-292C-E265-5C41-5EB120894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a typeface="等线 Light"/>
              </a:rPr>
              <a:t>问题：合并消费数据如何在</a:t>
            </a:r>
            <a:r>
              <a:rPr lang="en-US" altLang="zh-CN" dirty="0">
                <a:ea typeface="等线 Light"/>
              </a:rPr>
              <a:t>DB</a:t>
            </a:r>
            <a:r>
              <a:rPr lang="zh-CN" altLang="en-US" dirty="0">
                <a:ea typeface="等线 Light"/>
              </a:rPr>
              <a:t>保存  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3D2E23-EA33-D468-2CEC-437C2A4F1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2974"/>
            <a:ext cx="10515600" cy="4667250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>
              <a:buNone/>
            </a:pPr>
            <a:r>
              <a:rPr lang="en-US" altLang="zh-CN" dirty="0">
                <a:ea typeface="等线"/>
              </a:rPr>
              <a:t>Q:</a:t>
            </a:r>
            <a:r>
              <a:rPr lang="zh-CN" altLang="en-US" dirty="0">
                <a:ea typeface="等线"/>
              </a:rPr>
              <a:t>合并消费的数据保存形式？</a:t>
            </a:r>
          </a:p>
          <a:p>
            <a:pPr marL="457200" indent="-457200"/>
            <a:r>
              <a:rPr lang="zh-CN" altLang="en-US" strike="sngStrike" dirty="0">
                <a:ea typeface="等线"/>
              </a:rPr>
              <a:t>在数据库中取消合并消费？ </a:t>
            </a:r>
            <a:r>
              <a:rPr lang="en-US" altLang="zh-CN" dirty="0">
                <a:ea typeface="等线"/>
              </a:rPr>
              <a:t>&lt;-  </a:t>
            </a:r>
            <a:r>
              <a:rPr lang="zh-CN" altLang="en-US" dirty="0">
                <a:ea typeface="等线"/>
              </a:rPr>
              <a:t>不太好，导出账本的格式会变化</a:t>
            </a:r>
          </a:p>
          <a:p>
            <a:pPr marL="457200" indent="-457200"/>
            <a:r>
              <a:rPr lang="zh-CN" altLang="en-US" strike="sngStrike" dirty="0">
                <a:ea typeface="等线"/>
              </a:rPr>
              <a:t>今后都取消合并消费？</a:t>
            </a:r>
            <a:r>
              <a:rPr lang="zh-CN" altLang="en-US" dirty="0">
                <a:ea typeface="等线"/>
              </a:rPr>
              <a:t>     </a:t>
            </a:r>
            <a:r>
              <a:rPr lang="en-US" altLang="zh-CN" dirty="0">
                <a:ea typeface="等线"/>
              </a:rPr>
              <a:t>&lt;-  </a:t>
            </a:r>
            <a:r>
              <a:rPr lang="zh-CN" altLang="en-US" dirty="0">
                <a:ea typeface="等线"/>
              </a:rPr>
              <a:t>不可行，客户端记账难度会提高</a:t>
            </a:r>
          </a:p>
          <a:p>
            <a:pPr marL="457200" indent="-457200"/>
            <a:r>
              <a:rPr lang="zh-CN" altLang="en-US" dirty="0">
                <a:ea typeface="等线"/>
              </a:rPr>
              <a:t>在数据库中实现合并消费与其他消费之间的嵌套？ </a:t>
            </a:r>
            <a:r>
              <a:rPr lang="zh-CN" altLang="en-US" b="1" dirty="0">
                <a:solidFill>
                  <a:srgbClr val="00B050"/>
                </a:solidFill>
                <a:ea typeface="等线"/>
              </a:rPr>
              <a:t>√</a:t>
            </a:r>
            <a:endParaRPr lang="en-US" altLang="zh-CN" b="1" dirty="0">
              <a:solidFill>
                <a:srgbClr val="00B050"/>
              </a:solidFill>
              <a:ea typeface="等线"/>
            </a:endParaRPr>
          </a:p>
          <a:p>
            <a:pPr marL="0" indent="0">
              <a:buNone/>
            </a:pPr>
            <a:endParaRPr lang="en-US" altLang="zh-CN" dirty="0">
              <a:ea typeface="等线"/>
            </a:endParaRPr>
          </a:p>
          <a:p>
            <a:pPr marL="0" indent="0">
              <a:buNone/>
            </a:pPr>
            <a:r>
              <a:rPr lang="en-US" altLang="zh-CN" dirty="0">
                <a:ea typeface="等线"/>
              </a:rPr>
              <a:t>A: </a:t>
            </a:r>
          </a:p>
          <a:p>
            <a:pPr marL="0" indent="0">
              <a:buNone/>
            </a:pPr>
            <a:r>
              <a:rPr lang="zh-CN" altLang="en-US" dirty="0">
                <a:ea typeface="等线"/>
              </a:rPr>
              <a:t>首先，今后合并消费在数据库中存储的金额会是税后的金额，但是会有一个字段来保存原始税前金额。用于导出</a:t>
            </a:r>
            <a:endParaRPr lang="en-US" altLang="zh-CN" dirty="0">
              <a:ea typeface="等线"/>
            </a:endParaRPr>
          </a:p>
          <a:p>
            <a:pPr marL="0" indent="0">
              <a:buNone/>
            </a:pPr>
            <a:r>
              <a:rPr lang="zh-CN" altLang="en-US" dirty="0">
                <a:ea typeface="等线"/>
              </a:rPr>
              <a:t>其次，合并消费中的单个消费</a:t>
            </a:r>
            <a:r>
              <a:rPr lang="en-US" altLang="zh-CN" dirty="0">
                <a:ea typeface="等线"/>
              </a:rPr>
              <a:t>/</a:t>
            </a:r>
            <a:r>
              <a:rPr lang="zh-CN" altLang="en-US" dirty="0">
                <a:ea typeface="等线"/>
              </a:rPr>
              <a:t>商品会有一个字段来保存合并消费的</a:t>
            </a:r>
            <a:r>
              <a:rPr lang="en-US" altLang="zh-CN" dirty="0">
                <a:ea typeface="等线"/>
              </a:rPr>
              <a:t>id</a:t>
            </a:r>
            <a:r>
              <a:rPr lang="zh-CN" altLang="en-US" dirty="0">
                <a:ea typeface="等线"/>
              </a:rPr>
              <a:t>，独立的消费则置空。</a:t>
            </a:r>
            <a:endParaRPr lang="en-US" altLang="zh-CN" dirty="0">
              <a:ea typeface="等线"/>
            </a:endParaRPr>
          </a:p>
        </p:txBody>
      </p:sp>
    </p:spTree>
    <p:extLst>
      <p:ext uri="{BB962C8B-B14F-4D97-AF65-F5344CB8AC3E}">
        <p14:creationId xmlns:p14="http://schemas.microsoft.com/office/powerpoint/2010/main" val="33967996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45809-651C-35DE-6DB0-223D67978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865252-58F1-A6BF-620D-91CB2C093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a typeface="等线 Light"/>
              </a:rPr>
              <a:t>问题：关于数据库和新</a:t>
            </a:r>
            <a:r>
              <a:rPr lang="en-US" altLang="zh-CN" dirty="0">
                <a:ea typeface="等线 Light"/>
              </a:rPr>
              <a:t>excel</a:t>
            </a:r>
            <a:r>
              <a:rPr lang="zh-CN" altLang="en-US" dirty="0">
                <a:ea typeface="等线 Light"/>
              </a:rPr>
              <a:t>的</a:t>
            </a:r>
            <a:r>
              <a:rPr lang="en-US" altLang="zh-CN" dirty="0">
                <a:ea typeface="等线 Light"/>
              </a:rPr>
              <a:t>merge</a:t>
            </a:r>
            <a:endParaRPr lang="zh-CN" altLang="en-US" dirty="0">
              <a:ea typeface="等线 Light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3177A0-A18B-0A33-0B9F-70AFBA071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2974"/>
            <a:ext cx="10515600" cy="466725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zh-CN" altLang="en-US" dirty="0">
                <a:ea typeface="等线"/>
              </a:rPr>
              <a:t>当</a:t>
            </a:r>
            <a:r>
              <a:rPr lang="en-US" altLang="zh-CN" dirty="0">
                <a:ea typeface="等线"/>
              </a:rPr>
              <a:t>excel</a:t>
            </a:r>
            <a:r>
              <a:rPr lang="zh-CN" altLang="en-US" dirty="0">
                <a:ea typeface="等线"/>
              </a:rPr>
              <a:t>被修改，数据库也被添加的数据时，需要</a:t>
            </a:r>
            <a:r>
              <a:rPr lang="en-US" altLang="zh-CN" dirty="0">
                <a:ea typeface="等线"/>
              </a:rPr>
              <a:t>merge</a:t>
            </a:r>
            <a:r>
              <a:rPr lang="zh-CN" altLang="en-US" dirty="0">
                <a:ea typeface="等线"/>
              </a:rPr>
              <a:t>。</a:t>
            </a:r>
            <a:endParaRPr lang="en-US" altLang="zh-CN" dirty="0">
              <a:ea typeface="等线"/>
            </a:endParaRPr>
          </a:p>
          <a:p>
            <a:pPr marL="0" indent="0">
              <a:buNone/>
            </a:pPr>
            <a:endParaRPr lang="en-US" altLang="zh-CN" dirty="0">
              <a:ea typeface="等线"/>
            </a:endParaRPr>
          </a:p>
          <a:p>
            <a:pPr marL="0" indent="0">
              <a:buNone/>
            </a:pPr>
            <a:r>
              <a:rPr lang="en-US" altLang="zh-CN" dirty="0">
                <a:ea typeface="等线"/>
              </a:rPr>
              <a:t>1.</a:t>
            </a:r>
            <a:r>
              <a:rPr lang="zh-CN" altLang="en-US" dirty="0">
                <a:ea typeface="等线"/>
              </a:rPr>
              <a:t>根据之前的方针，</a:t>
            </a:r>
            <a:r>
              <a:rPr lang="en-US" altLang="zh-CN" dirty="0">
                <a:ea typeface="等线"/>
              </a:rPr>
              <a:t>excel</a:t>
            </a:r>
            <a:r>
              <a:rPr lang="zh-CN" altLang="en-US" dirty="0">
                <a:ea typeface="等线"/>
              </a:rPr>
              <a:t>导入只能覆盖不能添加。</a:t>
            </a:r>
            <a:endParaRPr lang="en-US" altLang="zh-CN" dirty="0">
              <a:ea typeface="等线"/>
            </a:endParaRPr>
          </a:p>
        </p:txBody>
      </p:sp>
    </p:spTree>
    <p:extLst>
      <p:ext uri="{BB962C8B-B14F-4D97-AF65-F5344CB8AC3E}">
        <p14:creationId xmlns:p14="http://schemas.microsoft.com/office/powerpoint/2010/main" val="4529560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3C77D1-292C-E265-5C41-5EB120894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a typeface="等线 Light"/>
              </a:rPr>
              <a:t>问题：用户账单数据是否可以复数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3D2E23-EA33-D468-2CEC-437C2A4F1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altLang="zh-CN" dirty="0">
                <a:ea typeface="等线"/>
              </a:rPr>
              <a:t>Q:</a:t>
            </a:r>
            <a:r>
              <a:rPr lang="zh-CN" altLang="en-US" dirty="0">
                <a:ea typeface="等线"/>
              </a:rPr>
              <a:t>是否应该默认用户只拥有一个账单（excel文件）？</a:t>
            </a:r>
          </a:p>
          <a:p>
            <a:pPr marL="0" indent="0">
              <a:buNone/>
            </a:pPr>
            <a:r>
              <a:rPr lang="zh-CN" altLang="en-US" dirty="0">
                <a:ea typeface="等线"/>
              </a:rPr>
              <a:t>换句话说，要不要支持</a:t>
            </a:r>
            <a:r>
              <a:rPr lang="zh-CN" altLang="en-US" dirty="0">
                <a:solidFill>
                  <a:srgbClr val="FF0000"/>
                </a:solidFill>
                <a:ea typeface="等线"/>
              </a:rPr>
              <a:t>复数个账本分离</a:t>
            </a:r>
            <a:r>
              <a:rPr lang="zh-CN" altLang="en-US" dirty="0">
                <a:ea typeface="等线"/>
              </a:rPr>
              <a:t>的功能？</a:t>
            </a:r>
          </a:p>
          <a:p>
            <a:pPr marL="0" indent="0">
              <a:buNone/>
            </a:pPr>
            <a:r>
              <a:rPr lang="zh-CN" altLang="en-US" dirty="0">
                <a:ea typeface="等线"/>
              </a:rPr>
              <a:t>如果要做的话也不复杂，在顶部的bar里面加上账本选择的下拉框就可以</a:t>
            </a:r>
            <a:endParaRPr lang="en-US" altLang="zh-CN" dirty="0">
              <a:ea typeface="等线"/>
            </a:endParaRPr>
          </a:p>
          <a:p>
            <a:pPr marL="0" indent="0">
              <a:buNone/>
            </a:pPr>
            <a:endParaRPr lang="en-US" altLang="zh-CN" dirty="0">
              <a:ea typeface="等线"/>
            </a:endParaRPr>
          </a:p>
          <a:p>
            <a:pPr marL="0" indent="0">
              <a:buNone/>
            </a:pPr>
            <a:r>
              <a:rPr lang="en-US" altLang="zh-CN" dirty="0">
                <a:ea typeface="等线"/>
              </a:rPr>
              <a:t>A: </a:t>
            </a:r>
            <a:r>
              <a:rPr lang="zh-CN" altLang="en-US" dirty="0">
                <a:ea typeface="等线"/>
              </a:rPr>
              <a:t>支持！</a:t>
            </a:r>
          </a:p>
          <a:p>
            <a:pPr marL="0" indent="0">
              <a:buNone/>
            </a:pPr>
            <a:endParaRPr lang="zh-CN" altLang="en-US" dirty="0">
              <a:ea typeface="等线"/>
            </a:endParaRPr>
          </a:p>
        </p:txBody>
      </p:sp>
    </p:spTree>
    <p:extLst>
      <p:ext uri="{BB962C8B-B14F-4D97-AF65-F5344CB8AC3E}">
        <p14:creationId xmlns:p14="http://schemas.microsoft.com/office/powerpoint/2010/main" val="16300533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5371</TotalTime>
  <Words>1459</Words>
  <Application>Microsoft Office PowerPoint</Application>
  <PresentationFormat>宽屏</PresentationFormat>
  <Paragraphs>291</Paragraphs>
  <Slides>24</Slides>
  <Notes>3</Notes>
  <HiddenSlides>1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29" baseType="lpstr">
      <vt:lpstr>等线</vt:lpstr>
      <vt:lpstr>等线 Light</vt:lpstr>
      <vt:lpstr>Arial</vt:lpstr>
      <vt:lpstr>Courier New</vt:lpstr>
      <vt:lpstr>Office 主题​​</vt:lpstr>
      <vt:lpstr>记账App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系统架构图</vt:lpstr>
      <vt:lpstr>数据库ER图（高层）</vt:lpstr>
      <vt:lpstr>关于账本邀请</vt:lpstr>
      <vt:lpstr>关于账本邀请</vt:lpstr>
      <vt:lpstr>PowerPoint 演示文稿</vt:lpstr>
      <vt:lpstr>PowerPoint 演示文稿</vt:lpstr>
      <vt:lpstr>针对账本数据和汇率的方针</vt:lpstr>
      <vt:lpstr>针对汇率数据存储问题的方针</vt:lpstr>
      <vt:lpstr>共享账本功能</vt:lpstr>
      <vt:lpstr>方针 </vt:lpstr>
      <vt:lpstr>方针  -  关于前后端计算问题</vt:lpstr>
      <vt:lpstr>方针  -  关于导入/导出</vt:lpstr>
      <vt:lpstr>功能  -  每月统计</vt:lpstr>
      <vt:lpstr>功能 – 账本备份</vt:lpstr>
      <vt:lpstr>问题：合并消费数据如何在DB保存  </vt:lpstr>
      <vt:lpstr>问题：关于数据库和新excel的merge</vt:lpstr>
      <vt:lpstr>问题：用户账单数据是否可以复数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JIAHUA WANG</dc:creator>
  <cp:lastModifiedBy>JIAHUA WANG</cp:lastModifiedBy>
  <cp:revision>178</cp:revision>
  <dcterms:created xsi:type="dcterms:W3CDTF">2024-11-24T10:50:25Z</dcterms:created>
  <dcterms:modified xsi:type="dcterms:W3CDTF">2025-11-24T15:09:31Z</dcterms:modified>
</cp:coreProperties>
</file>