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04" r:id="rId3"/>
    <p:sldId id="282" r:id="rId4"/>
    <p:sldId id="291" r:id="rId5"/>
    <p:sldId id="281" r:id="rId6"/>
    <p:sldId id="283" r:id="rId7"/>
    <p:sldId id="284" r:id="rId8"/>
    <p:sldId id="292" r:id="rId9"/>
    <p:sldId id="268" r:id="rId10"/>
    <p:sldId id="279" r:id="rId11"/>
    <p:sldId id="295" r:id="rId12"/>
    <p:sldId id="293" r:id="rId13"/>
    <p:sldId id="294" r:id="rId14"/>
    <p:sldId id="302" r:id="rId15"/>
    <p:sldId id="303" r:id="rId16"/>
    <p:sldId id="299" r:id="rId17"/>
    <p:sldId id="300" r:id="rId18"/>
    <p:sldId id="285" r:id="rId19"/>
    <p:sldId id="286" r:id="rId20"/>
    <p:sldId id="260" r:id="rId21"/>
    <p:sldId id="287" r:id="rId22"/>
    <p:sldId id="288" r:id="rId23"/>
    <p:sldId id="289" r:id="rId24"/>
    <p:sldId id="290" r:id="rId25"/>
    <p:sldId id="271" r:id="rId26"/>
    <p:sldId id="274" r:id="rId27"/>
    <p:sldId id="276" r:id="rId28"/>
    <p:sldId id="277" r:id="rId29"/>
    <p:sldId id="278" r:id="rId30"/>
    <p:sldId id="275" r:id="rId31"/>
    <p:sldId id="273" r:id="rId32"/>
    <p:sldId id="272" r:id="rId33"/>
    <p:sldId id="270" r:id="rId34"/>
    <p:sldId id="266" r:id="rId35"/>
    <p:sldId id="258" r:id="rId36"/>
    <p:sldId id="262" r:id="rId37"/>
    <p:sldId id="265" r:id="rId38"/>
    <p:sldId id="269" r:id="rId39"/>
    <p:sldId id="259" r:id="rId40"/>
    <p:sldId id="263" r:id="rId41"/>
    <p:sldId id="261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2D8"/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331FD0-8E8B-4BFF-8759-22113B91A078}" v="1" dt="2026-03-02T10:07:18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0" autoAdjust="0"/>
    <p:restoredTop sz="91275" autoAdjust="0"/>
  </p:normalViewPr>
  <p:slideViewPr>
    <p:cSldViewPr snapToGrid="0">
      <p:cViewPr varScale="1">
        <p:scale>
          <a:sx n="111" d="100"/>
          <a:sy n="111" d="100"/>
        </p:scale>
        <p:origin x="8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HUA WANG" userId="445c6c4e8400985e" providerId="LiveId" clId="{FC401964-9482-4D7D-9D42-BA08E9ECFED7}"/>
    <pc:docChg chg="undo redo custSel addSld delSld modSld sldOrd">
      <pc:chgData name="JIAHUA WANG" userId="445c6c4e8400985e" providerId="LiveId" clId="{FC401964-9482-4D7D-9D42-BA08E9ECFED7}" dt="2026-03-02T10:07:20.511" v="11155" actId="20577"/>
      <pc:docMkLst>
        <pc:docMk/>
      </pc:docMkLst>
      <pc:sldChg chg="addSp delSp modSp mod">
        <pc:chgData name="JIAHUA WANG" userId="445c6c4e8400985e" providerId="LiveId" clId="{FC401964-9482-4D7D-9D42-BA08E9ECFED7}" dt="2026-02-11T16:52:28.865" v="7466" actId="20577"/>
        <pc:sldMkLst>
          <pc:docMk/>
          <pc:sldMk cId="893804366" sldId="260"/>
        </pc:sldMkLst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3" creationId="{684F2680-D4E8-C8F4-78D3-E20E72D80406}"/>
          </ac:spMkLst>
        </pc:spChg>
        <pc:spChg chg="add 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12" creationId="{28791167-B986-872C-EA03-80129DC04BD7}"/>
          </ac:spMkLst>
        </pc:spChg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13" creationId="{9239FE22-913F-4698-9C15-6BFDD304967F}"/>
          </ac:spMkLst>
        </pc:spChg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18" creationId="{F11463DB-FFE5-DBBD-7F05-1E2FA1AF505D}"/>
          </ac:spMkLst>
        </pc:spChg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19" creationId="{F4E16E8D-CA47-618D-EB2C-4160198A311E}"/>
          </ac:spMkLst>
        </pc:spChg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20" creationId="{CF381D56-D854-9F36-B0C4-49E565822A94}"/>
          </ac:spMkLst>
        </pc:spChg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22" creationId="{99BA6C3B-4EBC-F7E4-A0D2-17A7D28F4E42}"/>
          </ac:spMkLst>
        </pc:spChg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23" creationId="{2F71D620-7E5E-9D99-1389-92054326E363}"/>
          </ac:spMkLst>
        </pc:spChg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25" creationId="{765FA2F0-AB8B-1D2F-ED70-D1CB83D211D4}"/>
          </ac:spMkLst>
        </pc:spChg>
        <pc:spChg chg="mod">
          <ac:chgData name="JIAHUA WANG" userId="445c6c4e8400985e" providerId="LiveId" clId="{FC401964-9482-4D7D-9D42-BA08E9ECFED7}" dt="2026-02-11T16:46:43.804" v="7132" actId="1076"/>
          <ac:spMkLst>
            <pc:docMk/>
            <pc:sldMk cId="893804366" sldId="260"/>
            <ac:spMk id="26" creationId="{98BFBB36-FBB5-FAFE-2415-A6EC30B556AC}"/>
          </ac:spMkLst>
        </pc:spChg>
        <pc:graphicFrameChg chg="modGraphic">
          <ac:chgData name="JIAHUA WANG" userId="445c6c4e8400985e" providerId="LiveId" clId="{FC401964-9482-4D7D-9D42-BA08E9ECFED7}" dt="2026-02-11T16:52:28.865" v="7466" actId="20577"/>
          <ac:graphicFrameMkLst>
            <pc:docMk/>
            <pc:sldMk cId="893804366" sldId="260"/>
            <ac:graphicFrameMk id="9" creationId="{F5B9A775-FED0-CE09-A6F2-18EC9C35FDE6}"/>
          </ac:graphicFrameMkLst>
        </pc:graphicFrameChg>
      </pc:sldChg>
      <pc:sldChg chg="addSp delSp modSp mod">
        <pc:chgData name="JIAHUA WANG" userId="445c6c4e8400985e" providerId="LiveId" clId="{FC401964-9482-4D7D-9D42-BA08E9ECFED7}" dt="2026-02-12T04:05:41.278" v="10641" actId="207"/>
        <pc:sldMkLst>
          <pc:docMk/>
          <pc:sldMk cId="855658538" sldId="268"/>
        </pc:sldMkLst>
        <pc:spChg chg="mod">
          <ac:chgData name="JIAHUA WANG" userId="445c6c4e8400985e" providerId="LiveId" clId="{FC401964-9482-4D7D-9D42-BA08E9ECFED7}" dt="2026-02-12T03:26:55.808" v="9962" actId="1076"/>
          <ac:spMkLst>
            <pc:docMk/>
            <pc:sldMk cId="855658538" sldId="268"/>
            <ac:spMk id="3" creationId="{1F22171F-D558-A2FC-BAAF-D6E6A2BF63D6}"/>
          </ac:spMkLst>
        </pc:spChg>
        <pc:spChg chg="mod">
          <ac:chgData name="JIAHUA WANG" userId="445c6c4e8400985e" providerId="LiveId" clId="{FC401964-9482-4D7D-9D42-BA08E9ECFED7}" dt="2026-02-11T16:34:10.393" v="6709" actId="1076"/>
          <ac:spMkLst>
            <pc:docMk/>
            <pc:sldMk cId="855658538" sldId="268"/>
            <ac:spMk id="11" creationId="{FBDE996F-E53C-0054-6FA0-4388E545AFEC}"/>
          </ac:spMkLst>
        </pc:spChg>
        <pc:spChg chg="add mod">
          <ac:chgData name="JIAHUA WANG" userId="445c6c4e8400985e" providerId="LiveId" clId="{FC401964-9482-4D7D-9D42-BA08E9ECFED7}" dt="2026-02-11T16:04:33.684" v="4947" actId="120"/>
          <ac:spMkLst>
            <pc:docMk/>
            <pc:sldMk cId="855658538" sldId="268"/>
            <ac:spMk id="12" creationId="{E6962D7C-7A68-6881-CF14-9D4DDB75659F}"/>
          </ac:spMkLst>
        </pc:spChg>
        <pc:spChg chg="add mod">
          <ac:chgData name="JIAHUA WANG" userId="445c6c4e8400985e" providerId="LiveId" clId="{FC401964-9482-4D7D-9D42-BA08E9ECFED7}" dt="2026-02-11T16:05:45.584" v="4966" actId="692"/>
          <ac:spMkLst>
            <pc:docMk/>
            <pc:sldMk cId="855658538" sldId="268"/>
            <ac:spMk id="18" creationId="{2C8232BB-C4A1-0B3D-881F-2869C5F1E144}"/>
          </ac:spMkLst>
        </pc:spChg>
        <pc:spChg chg="add mod">
          <ac:chgData name="JIAHUA WANG" userId="445c6c4e8400985e" providerId="LiveId" clId="{FC401964-9482-4D7D-9D42-BA08E9ECFED7}" dt="2026-02-11T16:17:30.895" v="6291" actId="1076"/>
          <ac:spMkLst>
            <pc:docMk/>
            <pc:sldMk cId="855658538" sldId="268"/>
            <ac:spMk id="19" creationId="{9715636E-DC02-D0AC-78A0-E8B7743C3B9C}"/>
          </ac:spMkLst>
        </pc:spChg>
        <pc:spChg chg="add mod">
          <ac:chgData name="JIAHUA WANG" userId="445c6c4e8400985e" providerId="LiveId" clId="{FC401964-9482-4D7D-9D42-BA08E9ECFED7}" dt="2026-02-11T16:17:30.895" v="6291" actId="1076"/>
          <ac:spMkLst>
            <pc:docMk/>
            <pc:sldMk cId="855658538" sldId="268"/>
            <ac:spMk id="22" creationId="{7F578280-FB9D-B20F-C5AC-B7705AEC98DC}"/>
          </ac:spMkLst>
        </pc:spChg>
        <pc:spChg chg="add mod">
          <ac:chgData name="JIAHUA WANG" userId="445c6c4e8400985e" providerId="LiveId" clId="{FC401964-9482-4D7D-9D42-BA08E9ECFED7}" dt="2026-02-11T16:17:30.895" v="6291" actId="1076"/>
          <ac:spMkLst>
            <pc:docMk/>
            <pc:sldMk cId="855658538" sldId="268"/>
            <ac:spMk id="23" creationId="{56A3D3B3-7F93-9799-E5FC-32D030BDE3ED}"/>
          </ac:spMkLst>
        </pc:spChg>
        <pc:spChg chg="mod">
          <ac:chgData name="JIAHUA WANG" userId="445c6c4e8400985e" providerId="LiveId" clId="{FC401964-9482-4D7D-9D42-BA08E9ECFED7}" dt="2026-02-12T04:05:41.278" v="10641" actId="207"/>
          <ac:spMkLst>
            <pc:docMk/>
            <pc:sldMk cId="855658538" sldId="268"/>
            <ac:spMk id="25" creationId="{3152C011-2942-A3BE-4F4D-06580983FD1C}"/>
          </ac:spMkLst>
        </pc:spChg>
        <pc:spChg chg="add mod">
          <ac:chgData name="JIAHUA WANG" userId="445c6c4e8400985e" providerId="LiveId" clId="{FC401964-9482-4D7D-9D42-BA08E9ECFED7}" dt="2026-02-11T16:17:30.895" v="6291" actId="1076"/>
          <ac:spMkLst>
            <pc:docMk/>
            <pc:sldMk cId="855658538" sldId="268"/>
            <ac:spMk id="29" creationId="{A6691637-45B8-07A7-9F24-931C1DEC1341}"/>
          </ac:spMkLst>
        </pc:spChg>
        <pc:spChg chg="add mod">
          <ac:chgData name="JIAHUA WANG" userId="445c6c4e8400985e" providerId="LiveId" clId="{FC401964-9482-4D7D-9D42-BA08E9ECFED7}" dt="2026-02-11T16:17:30.895" v="6291" actId="1076"/>
          <ac:spMkLst>
            <pc:docMk/>
            <pc:sldMk cId="855658538" sldId="268"/>
            <ac:spMk id="31" creationId="{D00FC037-E44B-E401-C703-8B3F8DCE0366}"/>
          </ac:spMkLst>
        </pc:spChg>
        <pc:spChg chg="add mod">
          <ac:chgData name="JIAHUA WANG" userId="445c6c4e8400985e" providerId="LiveId" clId="{FC401964-9482-4D7D-9D42-BA08E9ECFED7}" dt="2026-02-11T16:17:30.895" v="6291" actId="1076"/>
          <ac:spMkLst>
            <pc:docMk/>
            <pc:sldMk cId="855658538" sldId="268"/>
            <ac:spMk id="32" creationId="{48D29DCB-5DDD-431E-A806-B3F44582094E}"/>
          </ac:spMkLst>
        </pc:spChg>
        <pc:spChg chg="add mod">
          <ac:chgData name="JIAHUA WANG" userId="445c6c4e8400985e" providerId="LiveId" clId="{FC401964-9482-4D7D-9D42-BA08E9ECFED7}" dt="2026-02-11T16:19:22.336" v="6295" actId="1076"/>
          <ac:spMkLst>
            <pc:docMk/>
            <pc:sldMk cId="855658538" sldId="268"/>
            <ac:spMk id="33" creationId="{46BD7513-2110-3425-468F-9C35D0038FDB}"/>
          </ac:spMkLst>
        </pc:spChg>
        <pc:spChg chg="add mod">
          <ac:chgData name="JIAHUA WANG" userId="445c6c4e8400985e" providerId="LiveId" clId="{FC401964-9482-4D7D-9D42-BA08E9ECFED7}" dt="2026-02-11T16:27:12.993" v="6473" actId="1076"/>
          <ac:spMkLst>
            <pc:docMk/>
            <pc:sldMk cId="855658538" sldId="268"/>
            <ac:spMk id="34" creationId="{CD500408-21F8-DCAD-3A92-72DABC8F76ED}"/>
          </ac:spMkLst>
        </pc:spChg>
        <pc:spChg chg="add mod">
          <ac:chgData name="JIAHUA WANG" userId="445c6c4e8400985e" providerId="LiveId" clId="{FC401964-9482-4D7D-9D42-BA08E9ECFED7}" dt="2026-02-11T16:17:30.895" v="6291" actId="1076"/>
          <ac:spMkLst>
            <pc:docMk/>
            <pc:sldMk cId="855658538" sldId="268"/>
            <ac:spMk id="35" creationId="{10C8AEA4-E23C-9649-DE56-2398C0C295CE}"/>
          </ac:spMkLst>
        </pc:spChg>
        <pc:spChg chg="add mod">
          <ac:chgData name="JIAHUA WANG" userId="445c6c4e8400985e" providerId="LiveId" clId="{FC401964-9482-4D7D-9D42-BA08E9ECFED7}" dt="2026-02-11T16:28:54.543" v="6555" actId="1076"/>
          <ac:spMkLst>
            <pc:docMk/>
            <pc:sldMk cId="855658538" sldId="268"/>
            <ac:spMk id="40" creationId="{8415AC6A-221D-57DA-E25D-25B112FE9B2D}"/>
          </ac:spMkLst>
        </pc:spChg>
        <pc:spChg chg="add mod">
          <ac:chgData name="JIAHUA WANG" userId="445c6c4e8400985e" providerId="LiveId" clId="{FC401964-9482-4D7D-9D42-BA08E9ECFED7}" dt="2026-02-11T16:26:38.910" v="6469" actId="1076"/>
          <ac:spMkLst>
            <pc:docMk/>
            <pc:sldMk cId="855658538" sldId="268"/>
            <ac:spMk id="42" creationId="{100E02B8-BAD3-DF2E-3A98-150344271A40}"/>
          </ac:spMkLst>
        </pc:spChg>
        <pc:spChg chg="add mod">
          <ac:chgData name="JIAHUA WANG" userId="445c6c4e8400985e" providerId="LiveId" clId="{FC401964-9482-4D7D-9D42-BA08E9ECFED7}" dt="2026-02-11T16:30:31.195" v="6581" actId="1076"/>
          <ac:spMkLst>
            <pc:docMk/>
            <pc:sldMk cId="855658538" sldId="268"/>
            <ac:spMk id="47" creationId="{8C6AC820-AAA9-42CF-32D7-17D197384B83}"/>
          </ac:spMkLst>
        </pc:spChg>
        <pc:spChg chg="add mod">
          <ac:chgData name="JIAHUA WANG" userId="445c6c4e8400985e" providerId="LiveId" clId="{FC401964-9482-4D7D-9D42-BA08E9ECFED7}" dt="2026-02-12T03:17:41.608" v="9887" actId="14100"/>
          <ac:spMkLst>
            <pc:docMk/>
            <pc:sldMk cId="855658538" sldId="268"/>
            <ac:spMk id="55" creationId="{9BA68ED1-1F70-6994-B3D0-FF2EF4556B10}"/>
          </ac:spMkLst>
        </pc:spChg>
        <pc:spChg chg="add mod">
          <ac:chgData name="JIAHUA WANG" userId="445c6c4e8400985e" providerId="LiveId" clId="{FC401964-9482-4D7D-9D42-BA08E9ECFED7}" dt="2026-02-12T03:18:18.650" v="9902" actId="14100"/>
          <ac:spMkLst>
            <pc:docMk/>
            <pc:sldMk cId="855658538" sldId="268"/>
            <ac:spMk id="56" creationId="{E7662CB6-DBCE-D75F-6154-96F842937C36}"/>
          </ac:spMkLst>
        </pc:spChg>
        <pc:spChg chg="add mod">
          <ac:chgData name="JIAHUA WANG" userId="445c6c4e8400985e" providerId="LiveId" clId="{FC401964-9482-4D7D-9D42-BA08E9ECFED7}" dt="2026-02-11T16:34:24.549" v="6714" actId="1076"/>
          <ac:spMkLst>
            <pc:docMk/>
            <pc:sldMk cId="855658538" sldId="268"/>
            <ac:spMk id="57" creationId="{D14D2EC8-EA06-B1BE-8BCA-DA6AB036216A}"/>
          </ac:spMkLst>
        </pc:spChg>
        <pc:spChg chg="add mod">
          <ac:chgData name="JIAHUA WANG" userId="445c6c4e8400985e" providerId="LiveId" clId="{FC401964-9482-4D7D-9D42-BA08E9ECFED7}" dt="2026-02-11T16:34:27.823" v="6716" actId="1076"/>
          <ac:spMkLst>
            <pc:docMk/>
            <pc:sldMk cId="855658538" sldId="268"/>
            <ac:spMk id="58" creationId="{48728D75-ACDD-2E01-E6C3-1BC03419981F}"/>
          </ac:spMkLst>
        </pc:spChg>
        <pc:spChg chg="add mod">
          <ac:chgData name="JIAHUA WANG" userId="445c6c4e8400985e" providerId="LiveId" clId="{FC401964-9482-4D7D-9D42-BA08E9ECFED7}" dt="2026-02-12T03:18:39.297" v="9906" actId="14100"/>
          <ac:spMkLst>
            <pc:docMk/>
            <pc:sldMk cId="855658538" sldId="268"/>
            <ac:spMk id="67" creationId="{55C74260-89ED-13D8-D6D9-47B5DE04BAE4}"/>
          </ac:spMkLst>
        </pc:spChg>
        <pc:spChg chg="add mod">
          <ac:chgData name="JIAHUA WANG" userId="445c6c4e8400985e" providerId="LiveId" clId="{FC401964-9482-4D7D-9D42-BA08E9ECFED7}" dt="2026-02-11T16:53:55.352" v="7488" actId="1076"/>
          <ac:spMkLst>
            <pc:docMk/>
            <pc:sldMk cId="855658538" sldId="268"/>
            <ac:spMk id="68" creationId="{0DC22C1F-CEE9-0C00-5277-648B92286CD9}"/>
          </ac:spMkLst>
        </pc:spChg>
        <pc:spChg chg="add mod">
          <ac:chgData name="JIAHUA WANG" userId="445c6c4e8400985e" providerId="LiveId" clId="{FC401964-9482-4D7D-9D42-BA08E9ECFED7}" dt="2026-02-12T03:53:07.588" v="10529" actId="14100"/>
          <ac:spMkLst>
            <pc:docMk/>
            <pc:sldMk cId="855658538" sldId="268"/>
            <ac:spMk id="69" creationId="{A14C258F-F0E4-BD20-F2E4-D6E1376B5230}"/>
          </ac:spMkLst>
        </pc:spChg>
        <pc:spChg chg="add mod">
          <ac:chgData name="JIAHUA WANG" userId="445c6c4e8400985e" providerId="LiveId" clId="{FC401964-9482-4D7D-9D42-BA08E9ECFED7}" dt="2026-02-12T03:30:37.516" v="10256" actId="14100"/>
          <ac:spMkLst>
            <pc:docMk/>
            <pc:sldMk cId="855658538" sldId="268"/>
            <ac:spMk id="70" creationId="{94E8A37F-022C-D955-83B0-02D7521335DD}"/>
          </ac:spMkLst>
        </pc:spChg>
        <pc:spChg chg="add mod">
          <ac:chgData name="JIAHUA WANG" userId="445c6c4e8400985e" providerId="LiveId" clId="{FC401964-9482-4D7D-9D42-BA08E9ECFED7}" dt="2026-02-12T03:26:40.850" v="9958" actId="14100"/>
          <ac:spMkLst>
            <pc:docMk/>
            <pc:sldMk cId="855658538" sldId="268"/>
            <ac:spMk id="71" creationId="{03039B7F-1A93-09F1-E8BB-1CAB281D3E36}"/>
          </ac:spMkLst>
        </pc:spChg>
        <pc:spChg chg="add mod">
          <ac:chgData name="JIAHUA WANG" userId="445c6c4e8400985e" providerId="LiveId" clId="{FC401964-9482-4D7D-9D42-BA08E9ECFED7}" dt="2026-02-12T03:28:16.296" v="10038" actId="14100"/>
          <ac:spMkLst>
            <pc:docMk/>
            <pc:sldMk cId="855658538" sldId="268"/>
            <ac:spMk id="72" creationId="{F988327E-CD5E-8842-6EE4-400F1212D250}"/>
          </ac:spMkLst>
        </pc:spChg>
        <pc:spChg chg="add mod">
          <ac:chgData name="JIAHUA WANG" userId="445c6c4e8400985e" providerId="LiveId" clId="{FC401964-9482-4D7D-9D42-BA08E9ECFED7}" dt="2026-02-12T03:29:04.827" v="10136" actId="20577"/>
          <ac:spMkLst>
            <pc:docMk/>
            <pc:sldMk cId="855658538" sldId="268"/>
            <ac:spMk id="73" creationId="{9001363D-84F5-A99A-C210-063AB130E10D}"/>
          </ac:spMkLst>
        </pc:spChg>
        <pc:spChg chg="add mod">
          <ac:chgData name="JIAHUA WANG" userId="445c6c4e8400985e" providerId="LiveId" clId="{FC401964-9482-4D7D-9D42-BA08E9ECFED7}" dt="2026-02-12T03:29:30.683" v="10179" actId="14100"/>
          <ac:spMkLst>
            <pc:docMk/>
            <pc:sldMk cId="855658538" sldId="268"/>
            <ac:spMk id="74" creationId="{C7D953D5-2B35-6EA9-1406-0EB08D0CEA67}"/>
          </ac:spMkLst>
        </pc:spChg>
        <pc:spChg chg="add mod">
          <ac:chgData name="JIAHUA WANG" userId="445c6c4e8400985e" providerId="LiveId" clId="{FC401964-9482-4D7D-9D42-BA08E9ECFED7}" dt="2026-02-12T03:29:40.727" v="10182"/>
          <ac:spMkLst>
            <pc:docMk/>
            <pc:sldMk cId="855658538" sldId="268"/>
            <ac:spMk id="75" creationId="{34298267-1836-CCED-D4D9-1EFC82BD3F8D}"/>
          </ac:spMkLst>
        </pc:spChg>
        <pc:spChg chg="add mod">
          <ac:chgData name="JIAHUA WANG" userId="445c6c4e8400985e" providerId="LiveId" clId="{FC401964-9482-4D7D-9D42-BA08E9ECFED7}" dt="2026-02-12T03:57:25.672" v="10563" actId="14100"/>
          <ac:spMkLst>
            <pc:docMk/>
            <pc:sldMk cId="855658538" sldId="268"/>
            <ac:spMk id="76" creationId="{92F58BFB-0C34-19FC-78BB-4335CF9F3F4C}"/>
          </ac:spMkLst>
        </pc:spChg>
        <pc:spChg chg="add mod">
          <ac:chgData name="JIAHUA WANG" userId="445c6c4e8400985e" providerId="LiveId" clId="{FC401964-9482-4D7D-9D42-BA08E9ECFED7}" dt="2026-02-12T03:58:31.013" v="10633" actId="14100"/>
          <ac:spMkLst>
            <pc:docMk/>
            <pc:sldMk cId="855658538" sldId="268"/>
            <ac:spMk id="77" creationId="{01508F0E-8006-16EC-3088-55E668248EB3}"/>
          </ac:spMkLst>
        </pc:spChg>
        <pc:graphicFrameChg chg="modGraphic">
          <ac:chgData name="JIAHUA WANG" userId="445c6c4e8400985e" providerId="LiveId" clId="{FC401964-9482-4D7D-9D42-BA08E9ECFED7}" dt="2026-02-11T16:52:23.712" v="7464" actId="20577"/>
          <ac:graphicFrameMkLst>
            <pc:docMk/>
            <pc:sldMk cId="855658538" sldId="268"/>
            <ac:graphicFrameMk id="9" creationId="{4708D627-7EB4-42F1-7A85-DD51F196317A}"/>
          </ac:graphicFrameMkLst>
        </pc:graphicFrameChg>
        <pc:graphicFrameChg chg="mod">
          <ac:chgData name="JIAHUA WANG" userId="445c6c4e8400985e" providerId="LiveId" clId="{FC401964-9482-4D7D-9D42-BA08E9ECFED7}" dt="2026-02-12T03:28:06.847" v="10033"/>
          <ac:graphicFrameMkLst>
            <pc:docMk/>
            <pc:sldMk cId="855658538" sldId="268"/>
            <ac:graphicFrameMk id="13" creationId="{C302E3B0-2CD7-7F50-8934-A40446A05D45}"/>
          </ac:graphicFrameMkLst>
        </pc:graphicFrameChg>
        <pc:graphicFrameChg chg="add mod modGraphic">
          <ac:chgData name="JIAHUA WANG" userId="445c6c4e8400985e" providerId="LiveId" clId="{FC401964-9482-4D7D-9D42-BA08E9ECFED7}" dt="2026-02-11T16:35:00.540" v="6783" actId="20577"/>
          <ac:graphicFrameMkLst>
            <pc:docMk/>
            <pc:sldMk cId="855658538" sldId="268"/>
            <ac:graphicFrameMk id="37" creationId="{F8BD5D34-F00A-4979-8924-481E53B3C810}"/>
          </ac:graphicFrameMkLst>
        </pc:graphicFrameChg>
        <pc:cxnChg chg="add mod">
          <ac:chgData name="JIAHUA WANG" userId="445c6c4e8400985e" providerId="LiveId" clId="{FC401964-9482-4D7D-9D42-BA08E9ECFED7}" dt="2026-02-11T16:44:13.476" v="7015" actId="14100"/>
          <ac:cxnSpMkLst>
            <pc:docMk/>
            <pc:sldMk cId="855658538" sldId="268"/>
            <ac:cxnSpMk id="51" creationId="{AC8AB6E9-001F-9F2F-707A-1F6DB24FB3B0}"/>
          </ac:cxnSpMkLst>
        </pc:cxnChg>
        <pc:cxnChg chg="add mod">
          <ac:chgData name="JIAHUA WANG" userId="445c6c4e8400985e" providerId="LiveId" clId="{FC401964-9482-4D7D-9D42-BA08E9ECFED7}" dt="2026-02-12T03:18:15.146" v="9900" actId="14100"/>
          <ac:cxnSpMkLst>
            <pc:docMk/>
            <pc:sldMk cId="855658538" sldId="268"/>
            <ac:cxnSpMk id="63" creationId="{D77B95D6-9AFA-5BA0-3666-003034726E98}"/>
          </ac:cxnSpMkLst>
        </pc:cxnChg>
      </pc:sldChg>
      <pc:sldChg chg="addSp delSp modSp mod">
        <pc:chgData name="JIAHUA WANG" userId="445c6c4e8400985e" providerId="LiveId" clId="{FC401964-9482-4D7D-9D42-BA08E9ECFED7}" dt="2026-02-12T04:07:12.058" v="10690" actId="20577"/>
        <pc:sldMkLst>
          <pc:docMk/>
          <pc:sldMk cId="391375059" sldId="279"/>
        </pc:sldMkLst>
        <pc:spChg chg="add mod">
          <ac:chgData name="JIAHUA WANG" userId="445c6c4e8400985e" providerId="LiveId" clId="{FC401964-9482-4D7D-9D42-BA08E9ECFED7}" dt="2026-02-12T03:12:22.032" v="9704" actId="1076"/>
          <ac:spMkLst>
            <pc:docMk/>
            <pc:sldMk cId="391375059" sldId="279"/>
            <ac:spMk id="15" creationId="{026AB201-9529-4F5F-1890-506F3F9F9156}"/>
          </ac:spMkLst>
        </pc:spChg>
        <pc:spChg chg="add mod">
          <ac:chgData name="JIAHUA WANG" userId="445c6c4e8400985e" providerId="LiveId" clId="{FC401964-9482-4D7D-9D42-BA08E9ECFED7}" dt="2026-02-12T03:12:22.032" v="9704" actId="1076"/>
          <ac:spMkLst>
            <pc:docMk/>
            <pc:sldMk cId="391375059" sldId="279"/>
            <ac:spMk id="16" creationId="{81CEBD11-E205-5E49-804E-635C1A0684ED}"/>
          </ac:spMkLst>
        </pc:spChg>
        <pc:spChg chg="add mod">
          <ac:chgData name="JIAHUA WANG" userId="445c6c4e8400985e" providerId="LiveId" clId="{FC401964-9482-4D7D-9D42-BA08E9ECFED7}" dt="2026-02-12T03:12:22.032" v="9704" actId="1076"/>
          <ac:spMkLst>
            <pc:docMk/>
            <pc:sldMk cId="391375059" sldId="279"/>
            <ac:spMk id="17" creationId="{48C6471E-A550-FC8E-6F6B-62E41C87A748}"/>
          </ac:spMkLst>
        </pc:spChg>
        <pc:spChg chg="add mod">
          <ac:chgData name="JIAHUA WANG" userId="445c6c4e8400985e" providerId="LiveId" clId="{FC401964-9482-4D7D-9D42-BA08E9ECFED7}" dt="2026-02-12T03:14:51.101" v="9792" actId="1076"/>
          <ac:spMkLst>
            <pc:docMk/>
            <pc:sldMk cId="391375059" sldId="279"/>
            <ac:spMk id="18" creationId="{6AB6AA7C-5306-AA04-1973-AFCFFA4037C6}"/>
          </ac:spMkLst>
        </pc:spChg>
        <pc:spChg chg="add mod">
          <ac:chgData name="JIAHUA WANG" userId="445c6c4e8400985e" providerId="LiveId" clId="{FC401964-9482-4D7D-9D42-BA08E9ECFED7}" dt="2026-02-12T03:12:30.799" v="9706" actId="1076"/>
          <ac:spMkLst>
            <pc:docMk/>
            <pc:sldMk cId="391375059" sldId="279"/>
            <ac:spMk id="22" creationId="{353B638D-F362-7B91-43D8-3289A86ED35F}"/>
          </ac:spMkLst>
        </pc:spChg>
        <pc:spChg chg="mod">
          <ac:chgData name="JIAHUA WANG" userId="445c6c4e8400985e" providerId="LiveId" clId="{FC401964-9482-4D7D-9D42-BA08E9ECFED7}" dt="2026-02-12T03:08:07.593" v="9569" actId="14100"/>
          <ac:spMkLst>
            <pc:docMk/>
            <pc:sldMk cId="391375059" sldId="279"/>
            <ac:spMk id="23" creationId="{5B6CB307-1805-259C-03AF-A43F761FF9A1}"/>
          </ac:spMkLst>
        </pc:spChg>
        <pc:spChg chg="add mod">
          <ac:chgData name="JIAHUA WANG" userId="445c6c4e8400985e" providerId="LiveId" clId="{FC401964-9482-4D7D-9D42-BA08E9ECFED7}" dt="2026-02-12T03:16:29.255" v="9865" actId="1076"/>
          <ac:spMkLst>
            <pc:docMk/>
            <pc:sldMk cId="391375059" sldId="279"/>
            <ac:spMk id="25" creationId="{2E0847D8-0F89-A6B4-B0B8-317CB359C208}"/>
          </ac:spMkLst>
        </pc:spChg>
        <pc:spChg chg="mod">
          <ac:chgData name="JIAHUA WANG" userId="445c6c4e8400985e" providerId="LiveId" clId="{FC401964-9482-4D7D-9D42-BA08E9ECFED7}" dt="2026-02-12T03:09:51.475" v="9590" actId="1076"/>
          <ac:spMkLst>
            <pc:docMk/>
            <pc:sldMk cId="391375059" sldId="279"/>
            <ac:spMk id="38" creationId="{496E8665-C6F2-25A7-BF7D-ECBF4BF39CA2}"/>
          </ac:spMkLst>
        </pc:spChg>
        <pc:spChg chg="mod">
          <ac:chgData name="JIAHUA WANG" userId="445c6c4e8400985e" providerId="LiveId" clId="{FC401964-9482-4D7D-9D42-BA08E9ECFED7}" dt="2026-02-12T03:50:42.951" v="10441" actId="1076"/>
          <ac:spMkLst>
            <pc:docMk/>
            <pc:sldMk cId="391375059" sldId="279"/>
            <ac:spMk id="39" creationId="{043529C5-39A4-8C49-716B-026F1B8E6690}"/>
          </ac:spMkLst>
        </pc:spChg>
        <pc:spChg chg="add mod">
          <ac:chgData name="JIAHUA WANG" userId="445c6c4e8400985e" providerId="LiveId" clId="{FC401964-9482-4D7D-9D42-BA08E9ECFED7}" dt="2026-02-12T04:07:12.058" v="10690" actId="20577"/>
          <ac:spMkLst>
            <pc:docMk/>
            <pc:sldMk cId="391375059" sldId="279"/>
            <ac:spMk id="43" creationId="{88A88310-FC22-BF3E-D707-20DD0E4F16B1}"/>
          </ac:spMkLst>
        </pc:spChg>
        <pc:spChg chg="mod">
          <ac:chgData name="JIAHUA WANG" userId="445c6c4e8400985e" providerId="LiveId" clId="{FC401964-9482-4D7D-9D42-BA08E9ECFED7}" dt="2026-02-12T03:09:51.475" v="9590" actId="1076"/>
          <ac:spMkLst>
            <pc:docMk/>
            <pc:sldMk cId="391375059" sldId="279"/>
            <ac:spMk id="44" creationId="{B183708C-23D7-C9BD-8071-A4F0F12D9E90}"/>
          </ac:spMkLst>
        </pc:spChg>
        <pc:spChg chg="add mod">
          <ac:chgData name="JIAHUA WANG" userId="445c6c4e8400985e" providerId="LiveId" clId="{FC401964-9482-4D7D-9D42-BA08E9ECFED7}" dt="2026-02-12T03:13:25.671" v="9722" actId="14100"/>
          <ac:spMkLst>
            <pc:docMk/>
            <pc:sldMk cId="391375059" sldId="279"/>
            <ac:spMk id="60" creationId="{BA25288B-2596-ACBC-2BFB-58DA8910478D}"/>
          </ac:spMkLst>
        </pc:spChg>
        <pc:spChg chg="add mod">
          <ac:chgData name="JIAHUA WANG" userId="445c6c4e8400985e" providerId="LiveId" clId="{FC401964-9482-4D7D-9D42-BA08E9ECFED7}" dt="2026-02-12T03:15:49.864" v="9853" actId="1076"/>
          <ac:spMkLst>
            <pc:docMk/>
            <pc:sldMk cId="391375059" sldId="279"/>
            <ac:spMk id="74" creationId="{25EB2FFB-B974-E7FE-F270-4BB73F2A1554}"/>
          </ac:spMkLst>
        </pc:spChg>
        <pc:spChg chg="add mod">
          <ac:chgData name="JIAHUA WANG" userId="445c6c4e8400985e" providerId="LiveId" clId="{FC401964-9482-4D7D-9D42-BA08E9ECFED7}" dt="2026-02-12T03:15:49.864" v="9853" actId="1076"/>
          <ac:spMkLst>
            <pc:docMk/>
            <pc:sldMk cId="391375059" sldId="279"/>
            <ac:spMk id="75" creationId="{BA94404D-23C8-48BF-ED29-C4E4060E5368}"/>
          </ac:spMkLst>
        </pc:spChg>
        <pc:spChg chg="add mod">
          <ac:chgData name="JIAHUA WANG" userId="445c6c4e8400985e" providerId="LiveId" clId="{FC401964-9482-4D7D-9D42-BA08E9ECFED7}" dt="2026-02-12T03:15:35.663" v="9848" actId="1076"/>
          <ac:spMkLst>
            <pc:docMk/>
            <pc:sldMk cId="391375059" sldId="279"/>
            <ac:spMk id="76" creationId="{691F4D8A-F782-38F6-92F5-25330AA874D9}"/>
          </ac:spMkLst>
        </pc:spChg>
        <pc:spChg chg="add mod">
          <ac:chgData name="JIAHUA WANG" userId="445c6c4e8400985e" providerId="LiveId" clId="{FC401964-9482-4D7D-9D42-BA08E9ECFED7}" dt="2026-02-12T03:15:35.663" v="9848" actId="1076"/>
          <ac:spMkLst>
            <pc:docMk/>
            <pc:sldMk cId="391375059" sldId="279"/>
            <ac:spMk id="77" creationId="{C30F7BD9-CFBE-6F85-7868-DBAE42A7CDA2}"/>
          </ac:spMkLst>
        </pc:spChg>
        <pc:spChg chg="add mod">
          <ac:chgData name="JIAHUA WANG" userId="445c6c4e8400985e" providerId="LiveId" clId="{FC401964-9482-4D7D-9D42-BA08E9ECFED7}" dt="2026-02-12T03:47:47.629" v="10311" actId="1076"/>
          <ac:spMkLst>
            <pc:docMk/>
            <pc:sldMk cId="391375059" sldId="279"/>
            <ac:spMk id="88" creationId="{CD7F137E-1DC2-6CE2-233D-1FFD7EC1B43F}"/>
          </ac:spMkLst>
        </pc:spChg>
        <pc:spChg chg="add mod">
          <ac:chgData name="JIAHUA WANG" userId="445c6c4e8400985e" providerId="LiveId" clId="{FC401964-9482-4D7D-9D42-BA08E9ECFED7}" dt="2026-02-12T03:47:21.006" v="10297" actId="14100"/>
          <ac:spMkLst>
            <pc:docMk/>
            <pc:sldMk cId="391375059" sldId="279"/>
            <ac:spMk id="89" creationId="{BAD45040-8C10-2EA6-978A-3087F93A3157}"/>
          </ac:spMkLst>
        </pc:spChg>
        <pc:spChg chg="add mod">
          <ac:chgData name="JIAHUA WANG" userId="445c6c4e8400985e" providerId="LiveId" clId="{FC401964-9482-4D7D-9D42-BA08E9ECFED7}" dt="2026-02-12T03:47:18.307" v="10296" actId="14100"/>
          <ac:spMkLst>
            <pc:docMk/>
            <pc:sldMk cId="391375059" sldId="279"/>
            <ac:spMk id="90" creationId="{D056FB4D-85E1-11E8-9FBC-9B831C2B4613}"/>
          </ac:spMkLst>
        </pc:spChg>
        <pc:spChg chg="add mod">
          <ac:chgData name="JIAHUA WANG" userId="445c6c4e8400985e" providerId="LiveId" clId="{FC401964-9482-4D7D-9D42-BA08E9ECFED7}" dt="2026-02-12T03:47:23.955" v="10299" actId="1076"/>
          <ac:spMkLst>
            <pc:docMk/>
            <pc:sldMk cId="391375059" sldId="279"/>
            <ac:spMk id="91" creationId="{51AC3CED-298C-13E9-DE03-FF92338DF612}"/>
          </ac:spMkLst>
        </pc:spChg>
        <pc:spChg chg="add mod">
          <ac:chgData name="JIAHUA WANG" userId="445c6c4e8400985e" providerId="LiveId" clId="{FC401964-9482-4D7D-9D42-BA08E9ECFED7}" dt="2026-02-12T03:47:49.339" v="10312" actId="1076"/>
          <ac:spMkLst>
            <pc:docMk/>
            <pc:sldMk cId="391375059" sldId="279"/>
            <ac:spMk id="92" creationId="{7C048281-71A6-6D10-ECE0-941174362AA9}"/>
          </ac:spMkLst>
        </pc:spChg>
        <pc:spChg chg="add mod">
          <ac:chgData name="JIAHUA WANG" userId="445c6c4e8400985e" providerId="LiveId" clId="{FC401964-9482-4D7D-9D42-BA08E9ECFED7}" dt="2026-02-12T03:56:08.058" v="10542" actId="14100"/>
          <ac:spMkLst>
            <pc:docMk/>
            <pc:sldMk cId="391375059" sldId="279"/>
            <ac:spMk id="93" creationId="{19C3973B-6D2F-8604-887E-79CD90A205D8}"/>
          </ac:spMkLst>
        </pc:spChg>
        <pc:spChg chg="add mod">
          <ac:chgData name="JIAHUA WANG" userId="445c6c4e8400985e" providerId="LiveId" clId="{FC401964-9482-4D7D-9D42-BA08E9ECFED7}" dt="2026-02-12T03:52:19.885" v="10518" actId="1076"/>
          <ac:spMkLst>
            <pc:docMk/>
            <pc:sldMk cId="391375059" sldId="279"/>
            <ac:spMk id="94" creationId="{9BA2137C-0CEA-835D-7A58-62EB442028AF}"/>
          </ac:spMkLst>
        </pc:spChg>
        <pc:spChg chg="add mod">
          <ac:chgData name="JIAHUA WANG" userId="445c6c4e8400985e" providerId="LiveId" clId="{FC401964-9482-4D7D-9D42-BA08E9ECFED7}" dt="2026-02-12T03:49:18.862" v="10362" actId="14100"/>
          <ac:spMkLst>
            <pc:docMk/>
            <pc:sldMk cId="391375059" sldId="279"/>
            <ac:spMk id="95" creationId="{0BC62D20-AD97-BFA0-E5C9-43794936C375}"/>
          </ac:spMkLst>
        </pc:spChg>
        <pc:spChg chg="add mod">
          <ac:chgData name="JIAHUA WANG" userId="445c6c4e8400985e" providerId="LiveId" clId="{FC401964-9482-4D7D-9D42-BA08E9ECFED7}" dt="2026-02-12T03:51:59.776" v="10512" actId="113"/>
          <ac:spMkLst>
            <pc:docMk/>
            <pc:sldMk cId="391375059" sldId="279"/>
            <ac:spMk id="100" creationId="{94B95A9F-09BD-60A5-1149-CEA18FF696B6}"/>
          </ac:spMkLst>
        </pc:spChg>
        <pc:spChg chg="add mod">
          <ac:chgData name="JIAHUA WANG" userId="445c6c4e8400985e" providerId="LiveId" clId="{FC401964-9482-4D7D-9D42-BA08E9ECFED7}" dt="2026-02-12T03:52:03.966" v="10514" actId="113"/>
          <ac:spMkLst>
            <pc:docMk/>
            <pc:sldMk cId="391375059" sldId="279"/>
            <ac:spMk id="101" creationId="{3D7C6C80-A5A2-F164-45E3-BC6AC304E6E3}"/>
          </ac:spMkLst>
        </pc:spChg>
        <pc:graphicFrameChg chg="mod modGraphic">
          <ac:chgData name="JIAHUA WANG" userId="445c6c4e8400985e" providerId="LiveId" clId="{FC401964-9482-4D7D-9D42-BA08E9ECFED7}" dt="2026-02-12T03:47:41.773" v="10308" actId="1076"/>
          <ac:graphicFrameMkLst>
            <pc:docMk/>
            <pc:sldMk cId="391375059" sldId="279"/>
            <ac:graphicFrameMk id="9" creationId="{452BA14F-D813-93E0-3688-A175B7C3F2CB}"/>
          </ac:graphicFrameMkLst>
        </pc:graphicFrameChg>
        <pc:graphicFrameChg chg="mod modGraphic">
          <ac:chgData name="JIAHUA WANG" userId="445c6c4e8400985e" providerId="LiveId" clId="{FC401964-9482-4D7D-9D42-BA08E9ECFED7}" dt="2026-02-12T03:12:46.229" v="9716" actId="14734"/>
          <ac:graphicFrameMkLst>
            <pc:docMk/>
            <pc:sldMk cId="391375059" sldId="279"/>
            <ac:graphicFrameMk id="29" creationId="{93133030-EE2B-12A0-CEE6-68D2C6018C4F}"/>
          </ac:graphicFrameMkLst>
        </pc:graphicFrameChg>
        <pc:cxnChg chg="mod">
          <ac:chgData name="JIAHUA WANG" userId="445c6c4e8400985e" providerId="LiveId" clId="{FC401964-9482-4D7D-9D42-BA08E9ECFED7}" dt="2026-02-12T03:49:31.041" v="10367" actId="14100"/>
          <ac:cxnSpMkLst>
            <pc:docMk/>
            <pc:sldMk cId="391375059" sldId="279"/>
            <ac:cxnSpMk id="47" creationId="{8C9C8078-8576-3CEA-7053-B06A0713C2FF}"/>
          </ac:cxnSpMkLst>
        </pc:cxnChg>
        <pc:cxnChg chg="mod">
          <ac:chgData name="JIAHUA WANG" userId="445c6c4e8400985e" providerId="LiveId" clId="{FC401964-9482-4D7D-9D42-BA08E9ECFED7}" dt="2026-02-12T03:49:34.013" v="10368" actId="14100"/>
          <ac:cxnSpMkLst>
            <pc:docMk/>
            <pc:sldMk cId="391375059" sldId="279"/>
            <ac:cxnSpMk id="49" creationId="{A4EE17FF-2BCD-E4C3-19FF-30181179B227}"/>
          </ac:cxnSpMkLst>
        </pc:cxnChg>
        <pc:cxnChg chg="add mod">
          <ac:chgData name="JIAHUA WANG" userId="445c6c4e8400985e" providerId="LiveId" clId="{FC401964-9482-4D7D-9D42-BA08E9ECFED7}" dt="2026-02-12T03:49:28.784" v="10366" actId="14100"/>
          <ac:cxnSpMkLst>
            <pc:docMk/>
            <pc:sldMk cId="391375059" sldId="279"/>
            <ac:cxnSpMk id="83" creationId="{BEF947E1-B8E4-B878-91D9-96D943D3ED3F}"/>
          </ac:cxnSpMkLst>
        </pc:cxnChg>
      </pc:sldChg>
      <pc:sldChg chg="addSp modSp new mod">
        <pc:chgData name="JIAHUA WANG" userId="445c6c4e8400985e" providerId="LiveId" clId="{FC401964-9482-4D7D-9D42-BA08E9ECFED7}" dt="2026-02-11T14:55:53.358" v="4695" actId="20577"/>
        <pc:sldMkLst>
          <pc:docMk/>
          <pc:sldMk cId="2074195759" sldId="281"/>
        </pc:sldMkLst>
        <pc:spChg chg="mod">
          <ac:chgData name="JIAHUA WANG" userId="445c6c4e8400985e" providerId="LiveId" clId="{FC401964-9482-4D7D-9D42-BA08E9ECFED7}" dt="2026-02-11T14:55:53.358" v="4695" actId="20577"/>
          <ac:spMkLst>
            <pc:docMk/>
            <pc:sldMk cId="2074195759" sldId="281"/>
            <ac:spMk id="2" creationId="{0B34378F-8B2D-EBD3-9F09-41DC3ABBA56C}"/>
          </ac:spMkLst>
        </pc:spChg>
        <pc:spChg chg="mod">
          <ac:chgData name="JIAHUA WANG" userId="445c6c4e8400985e" providerId="LiveId" clId="{FC401964-9482-4D7D-9D42-BA08E9ECFED7}" dt="2026-02-11T13:57:59.136" v="4662" actId="20577"/>
          <ac:spMkLst>
            <pc:docMk/>
            <pc:sldMk cId="2074195759" sldId="281"/>
            <ac:spMk id="3" creationId="{15E68634-9967-190C-66DD-C112EB6F19B3}"/>
          </ac:spMkLst>
        </pc:spChg>
      </pc:sldChg>
      <pc:sldChg chg="modSp new mod">
        <pc:chgData name="JIAHUA WANG" userId="445c6c4e8400985e" providerId="LiveId" clId="{FC401964-9482-4D7D-9D42-BA08E9ECFED7}" dt="2026-02-11T16:02:57.163" v="4914" actId="20577"/>
        <pc:sldMkLst>
          <pc:docMk/>
          <pc:sldMk cId="4106585893" sldId="282"/>
        </pc:sldMkLst>
        <pc:spChg chg="mod">
          <ac:chgData name="JIAHUA WANG" userId="445c6c4e8400985e" providerId="LiveId" clId="{FC401964-9482-4D7D-9D42-BA08E9ECFED7}" dt="2026-02-11T10:58:17.867" v="3462" actId="20577"/>
          <ac:spMkLst>
            <pc:docMk/>
            <pc:sldMk cId="4106585893" sldId="282"/>
            <ac:spMk id="2" creationId="{8032EF93-93F7-DC54-0558-8DBA940DB499}"/>
          </ac:spMkLst>
        </pc:spChg>
        <pc:spChg chg="mod">
          <ac:chgData name="JIAHUA WANG" userId="445c6c4e8400985e" providerId="LiveId" clId="{FC401964-9482-4D7D-9D42-BA08E9ECFED7}" dt="2026-02-11T16:02:57.163" v="4914" actId="20577"/>
          <ac:spMkLst>
            <pc:docMk/>
            <pc:sldMk cId="4106585893" sldId="282"/>
            <ac:spMk id="3" creationId="{8EB7F131-FC37-EBBF-E99C-BAB41C2F1D78}"/>
          </ac:spMkLst>
        </pc:spChg>
      </pc:sldChg>
      <pc:sldChg chg="modSp new mod">
        <pc:chgData name="JIAHUA WANG" userId="445c6c4e8400985e" providerId="LiveId" clId="{FC401964-9482-4D7D-9D42-BA08E9ECFED7}" dt="2026-02-11T16:02:44.827" v="4886" actId="20577"/>
        <pc:sldMkLst>
          <pc:docMk/>
          <pc:sldMk cId="2986353896" sldId="283"/>
        </pc:sldMkLst>
        <pc:spChg chg="mod">
          <ac:chgData name="JIAHUA WANG" userId="445c6c4e8400985e" providerId="LiveId" clId="{FC401964-9482-4D7D-9D42-BA08E9ECFED7}" dt="2026-02-11T14:55:59.621" v="4697" actId="20577"/>
          <ac:spMkLst>
            <pc:docMk/>
            <pc:sldMk cId="2986353896" sldId="283"/>
            <ac:spMk id="2" creationId="{8C23AF93-E11D-1FE4-9B7D-D59AC319A8B7}"/>
          </ac:spMkLst>
        </pc:spChg>
        <pc:spChg chg="mod">
          <ac:chgData name="JIAHUA WANG" userId="445c6c4e8400985e" providerId="LiveId" clId="{FC401964-9482-4D7D-9D42-BA08E9ECFED7}" dt="2026-02-11T16:02:44.827" v="4886" actId="20577"/>
          <ac:spMkLst>
            <pc:docMk/>
            <pc:sldMk cId="2986353896" sldId="283"/>
            <ac:spMk id="3" creationId="{556EADF2-4F93-1F04-B518-F1BA86AE9E06}"/>
          </ac:spMkLst>
        </pc:spChg>
      </pc:sldChg>
      <pc:sldChg chg="modSp new mod">
        <pc:chgData name="JIAHUA WANG" userId="445c6c4e8400985e" providerId="LiveId" clId="{FC401964-9482-4D7D-9D42-BA08E9ECFED7}" dt="2026-02-11T16:02:35.720" v="4866" actId="20577"/>
        <pc:sldMkLst>
          <pc:docMk/>
          <pc:sldMk cId="2851961655" sldId="284"/>
        </pc:sldMkLst>
        <pc:spChg chg="mod">
          <ac:chgData name="JIAHUA WANG" userId="445c6c4e8400985e" providerId="LiveId" clId="{FC401964-9482-4D7D-9D42-BA08E9ECFED7}" dt="2026-02-11T14:56:04.634" v="4712" actId="5793"/>
          <ac:spMkLst>
            <pc:docMk/>
            <pc:sldMk cId="2851961655" sldId="284"/>
            <ac:spMk id="2" creationId="{61E99AFA-AC99-23E1-3325-7749EE7DCA6B}"/>
          </ac:spMkLst>
        </pc:spChg>
        <pc:spChg chg="mod">
          <ac:chgData name="JIAHUA WANG" userId="445c6c4e8400985e" providerId="LiveId" clId="{FC401964-9482-4D7D-9D42-BA08E9ECFED7}" dt="2026-02-11T16:02:35.720" v="4866" actId="20577"/>
          <ac:spMkLst>
            <pc:docMk/>
            <pc:sldMk cId="2851961655" sldId="284"/>
            <ac:spMk id="3" creationId="{658976AA-9A13-BA8F-059C-93A2EA907B17}"/>
          </ac:spMkLst>
        </pc:spChg>
      </pc:sldChg>
      <pc:sldChg chg="addSp delSp modSp new mod">
        <pc:chgData name="JIAHUA WANG" userId="445c6c4e8400985e" providerId="LiveId" clId="{FC401964-9482-4D7D-9D42-BA08E9ECFED7}" dt="2026-02-11T16:54:40.531" v="7634" actId="20577"/>
        <pc:sldMkLst>
          <pc:docMk/>
          <pc:sldMk cId="2656450608" sldId="285"/>
        </pc:sldMkLst>
        <pc:spChg chg="mod">
          <ac:chgData name="JIAHUA WANG" userId="445c6c4e8400985e" providerId="LiveId" clId="{FC401964-9482-4D7D-9D42-BA08E9ECFED7}" dt="2026-02-11T16:03:11.391" v="4919" actId="20577"/>
          <ac:spMkLst>
            <pc:docMk/>
            <pc:sldMk cId="2656450608" sldId="285"/>
            <ac:spMk id="2" creationId="{81D6F40E-43C5-F5D4-C642-4E8A3052E019}"/>
          </ac:spMkLst>
        </pc:spChg>
        <pc:spChg chg="mod">
          <ac:chgData name="JIAHUA WANG" userId="445c6c4e8400985e" providerId="LiveId" clId="{FC401964-9482-4D7D-9D42-BA08E9ECFED7}" dt="2026-02-11T16:54:40.531" v="7634" actId="20577"/>
          <ac:spMkLst>
            <pc:docMk/>
            <pc:sldMk cId="2656450608" sldId="285"/>
            <ac:spMk id="3" creationId="{506EC9DC-8DA6-7FEC-3AC0-3352457FBBCB}"/>
          </ac:spMkLst>
        </pc:spChg>
      </pc:sldChg>
      <pc:sldChg chg="modSp new mod">
        <pc:chgData name="JIAHUA WANG" userId="445c6c4e8400985e" providerId="LiveId" clId="{FC401964-9482-4D7D-9D42-BA08E9ECFED7}" dt="2026-02-11T16:51:17.714" v="7430" actId="20577"/>
        <pc:sldMkLst>
          <pc:docMk/>
          <pc:sldMk cId="917040770" sldId="286"/>
        </pc:sldMkLst>
        <pc:spChg chg="mod">
          <ac:chgData name="JIAHUA WANG" userId="445c6c4e8400985e" providerId="LiveId" clId="{FC401964-9482-4D7D-9D42-BA08E9ECFED7}" dt="2026-02-11T16:13:03.605" v="5863"/>
          <ac:spMkLst>
            <pc:docMk/>
            <pc:sldMk cId="917040770" sldId="286"/>
            <ac:spMk id="2" creationId="{475DDBB2-0BCB-D0AB-9C95-EFC32A58F2BB}"/>
          </ac:spMkLst>
        </pc:spChg>
        <pc:spChg chg="mod">
          <ac:chgData name="JIAHUA WANG" userId="445c6c4e8400985e" providerId="LiveId" clId="{FC401964-9482-4D7D-9D42-BA08E9ECFED7}" dt="2026-02-11T16:51:17.714" v="7430" actId="20577"/>
          <ac:spMkLst>
            <pc:docMk/>
            <pc:sldMk cId="917040770" sldId="286"/>
            <ac:spMk id="3" creationId="{7846DBB2-C822-B860-B164-B46A18DAB7E3}"/>
          </ac:spMkLst>
        </pc:spChg>
      </pc:sldChg>
      <pc:sldChg chg="addSp delSp modSp add mod ord">
        <pc:chgData name="JIAHUA WANG" userId="445c6c4e8400985e" providerId="LiveId" clId="{FC401964-9482-4D7D-9D42-BA08E9ECFED7}" dt="2026-02-11T17:23:57.076" v="9507" actId="1076"/>
        <pc:sldMkLst>
          <pc:docMk/>
          <pc:sldMk cId="1944572442" sldId="287"/>
        </pc:sldMkLst>
        <pc:spChg chg="add mod">
          <ac:chgData name="JIAHUA WANG" userId="445c6c4e8400985e" providerId="LiveId" clId="{FC401964-9482-4D7D-9D42-BA08E9ECFED7}" dt="2026-02-11T17:12:07.813" v="8537" actId="20577"/>
          <ac:spMkLst>
            <pc:docMk/>
            <pc:sldMk cId="1944572442" sldId="287"/>
            <ac:spMk id="26" creationId="{4FB4558F-FDDA-D206-1A3E-E4A00CB413CD}"/>
          </ac:spMkLst>
        </pc:spChg>
        <pc:spChg chg="add mod">
          <ac:chgData name="JIAHUA WANG" userId="445c6c4e8400985e" providerId="LiveId" clId="{FC401964-9482-4D7D-9D42-BA08E9ECFED7}" dt="2026-02-11T16:57:46.286" v="7817" actId="1076"/>
          <ac:spMkLst>
            <pc:docMk/>
            <pc:sldMk cId="1944572442" sldId="287"/>
            <ac:spMk id="28" creationId="{E7E8DA09-4592-7BE1-3AE8-626D6FEFAE28}"/>
          </ac:spMkLst>
        </pc:spChg>
        <pc:spChg chg="add mod">
          <ac:chgData name="JIAHUA WANG" userId="445c6c4e8400985e" providerId="LiveId" clId="{FC401964-9482-4D7D-9D42-BA08E9ECFED7}" dt="2026-02-11T16:57:13.155" v="7776"/>
          <ac:spMkLst>
            <pc:docMk/>
            <pc:sldMk cId="1944572442" sldId="287"/>
            <ac:spMk id="36" creationId="{EBC833BB-14BC-7CDE-2FCC-1E0BD8C3AD09}"/>
          </ac:spMkLst>
        </pc:spChg>
        <pc:spChg chg="add mod">
          <ac:chgData name="JIAHUA WANG" userId="445c6c4e8400985e" providerId="LiveId" clId="{FC401964-9482-4D7D-9D42-BA08E9ECFED7}" dt="2026-02-11T17:10:30.669" v="8480" actId="1076"/>
          <ac:spMkLst>
            <pc:docMk/>
            <pc:sldMk cId="1944572442" sldId="287"/>
            <ac:spMk id="38" creationId="{603EC7AF-647A-0EA3-B1C7-D9E71CEE7347}"/>
          </ac:spMkLst>
        </pc:spChg>
        <pc:spChg chg="add mod">
          <ac:chgData name="JIAHUA WANG" userId="445c6c4e8400985e" providerId="LiveId" clId="{FC401964-9482-4D7D-9D42-BA08E9ECFED7}" dt="2026-02-11T16:57:54.376" v="7836" actId="14100"/>
          <ac:spMkLst>
            <pc:docMk/>
            <pc:sldMk cId="1944572442" sldId="287"/>
            <ac:spMk id="39" creationId="{447F30CD-370D-2F60-4F9C-4B7C5CCCD4FF}"/>
          </ac:spMkLst>
        </pc:spChg>
        <pc:spChg chg="add mod">
          <ac:chgData name="JIAHUA WANG" userId="445c6c4e8400985e" providerId="LiveId" clId="{FC401964-9482-4D7D-9D42-BA08E9ECFED7}" dt="2026-02-11T17:09:41.335" v="8375" actId="1076"/>
          <ac:spMkLst>
            <pc:docMk/>
            <pc:sldMk cId="1944572442" sldId="287"/>
            <ac:spMk id="50" creationId="{9941A72F-0435-2411-3730-CDF4FDE7B400}"/>
          </ac:spMkLst>
        </pc:spChg>
        <pc:spChg chg="add mod">
          <ac:chgData name="JIAHUA WANG" userId="445c6c4e8400985e" providerId="LiveId" clId="{FC401964-9482-4D7D-9D42-BA08E9ECFED7}" dt="2026-02-11T17:10:30.669" v="8480" actId="1076"/>
          <ac:spMkLst>
            <pc:docMk/>
            <pc:sldMk cId="1944572442" sldId="287"/>
            <ac:spMk id="63" creationId="{350058BC-AC82-F858-5D3D-A4413B6162D6}"/>
          </ac:spMkLst>
        </pc:spChg>
        <pc:spChg chg="add mod">
          <ac:chgData name="JIAHUA WANG" userId="445c6c4e8400985e" providerId="LiveId" clId="{FC401964-9482-4D7D-9D42-BA08E9ECFED7}" dt="2026-02-11T17:10:30.669" v="8480" actId="1076"/>
          <ac:spMkLst>
            <pc:docMk/>
            <pc:sldMk cId="1944572442" sldId="287"/>
            <ac:spMk id="65" creationId="{9E052909-6744-AFF8-5A53-27FE83BD8334}"/>
          </ac:spMkLst>
        </pc:spChg>
        <pc:spChg chg="add mod">
          <ac:chgData name="JIAHUA WANG" userId="445c6c4e8400985e" providerId="LiveId" clId="{FC401964-9482-4D7D-9D42-BA08E9ECFED7}" dt="2026-02-11T17:10:30.669" v="8480" actId="1076"/>
          <ac:spMkLst>
            <pc:docMk/>
            <pc:sldMk cId="1944572442" sldId="287"/>
            <ac:spMk id="66" creationId="{4C90A830-8E43-7D0F-A122-EC5840880F1C}"/>
          </ac:spMkLst>
        </pc:spChg>
        <pc:spChg chg="add mod">
          <ac:chgData name="JIAHUA WANG" userId="445c6c4e8400985e" providerId="LiveId" clId="{FC401964-9482-4D7D-9D42-BA08E9ECFED7}" dt="2026-02-11T17:10:30.669" v="8480" actId="1076"/>
          <ac:spMkLst>
            <pc:docMk/>
            <pc:sldMk cId="1944572442" sldId="287"/>
            <ac:spMk id="67" creationId="{D8B727E1-AB55-3F33-5B07-ACA9BF830AFB}"/>
          </ac:spMkLst>
        </pc:spChg>
        <pc:spChg chg="add mod">
          <ac:chgData name="JIAHUA WANG" userId="445c6c4e8400985e" providerId="LiveId" clId="{FC401964-9482-4D7D-9D42-BA08E9ECFED7}" dt="2026-02-11T17:10:30.669" v="8480" actId="1076"/>
          <ac:spMkLst>
            <pc:docMk/>
            <pc:sldMk cId="1944572442" sldId="287"/>
            <ac:spMk id="70" creationId="{47C038C8-15AA-22EA-5543-97833D57D01D}"/>
          </ac:spMkLst>
        </pc:spChg>
        <pc:spChg chg="add mod">
          <ac:chgData name="JIAHUA WANG" userId="445c6c4e8400985e" providerId="LiveId" clId="{FC401964-9482-4D7D-9D42-BA08E9ECFED7}" dt="2026-02-11T17:14:19.748" v="8645" actId="1076"/>
          <ac:spMkLst>
            <pc:docMk/>
            <pc:sldMk cId="1944572442" sldId="287"/>
            <ac:spMk id="71" creationId="{17FDAB38-4B6F-FD0C-A9A2-02C109877576}"/>
          </ac:spMkLst>
        </pc:spChg>
        <pc:spChg chg="add mod">
          <ac:chgData name="JIAHUA WANG" userId="445c6c4e8400985e" providerId="LiveId" clId="{FC401964-9482-4D7D-9D42-BA08E9ECFED7}" dt="2026-02-11T17:10:30.669" v="8480" actId="1076"/>
          <ac:spMkLst>
            <pc:docMk/>
            <pc:sldMk cId="1944572442" sldId="287"/>
            <ac:spMk id="72" creationId="{990C1F56-9DA1-EEFD-E25D-36005199B3B5}"/>
          </ac:spMkLst>
        </pc:spChg>
        <pc:spChg chg="add mod">
          <ac:chgData name="JIAHUA WANG" userId="445c6c4e8400985e" providerId="LiveId" clId="{FC401964-9482-4D7D-9D42-BA08E9ECFED7}" dt="2026-02-11T17:14:19.748" v="8645" actId="1076"/>
          <ac:spMkLst>
            <pc:docMk/>
            <pc:sldMk cId="1944572442" sldId="287"/>
            <ac:spMk id="73" creationId="{2831B4BE-7021-D610-F8E2-5C9CFB416399}"/>
          </ac:spMkLst>
        </pc:spChg>
        <pc:spChg chg="add mod">
          <ac:chgData name="JIAHUA WANG" userId="445c6c4e8400985e" providerId="LiveId" clId="{FC401964-9482-4D7D-9D42-BA08E9ECFED7}" dt="2026-02-11T17:10:49.716" v="8484" actId="1076"/>
          <ac:spMkLst>
            <pc:docMk/>
            <pc:sldMk cId="1944572442" sldId="287"/>
            <ac:spMk id="76" creationId="{55493EBC-F07C-32BF-385B-AD9C36A62FB8}"/>
          </ac:spMkLst>
        </pc:spChg>
        <pc:spChg chg="add mod">
          <ac:chgData name="JIAHUA WANG" userId="445c6c4e8400985e" providerId="LiveId" clId="{FC401964-9482-4D7D-9D42-BA08E9ECFED7}" dt="2026-02-11T17:23:57.076" v="9507" actId="1076"/>
          <ac:spMkLst>
            <pc:docMk/>
            <pc:sldMk cId="1944572442" sldId="287"/>
            <ac:spMk id="79" creationId="{A4493387-3790-0BE2-E532-BC3430D430BB}"/>
          </ac:spMkLst>
        </pc:spChg>
        <pc:graphicFrameChg chg="add mod modGraphic">
          <ac:chgData name="JIAHUA WANG" userId="445c6c4e8400985e" providerId="LiveId" clId="{FC401964-9482-4D7D-9D42-BA08E9ECFED7}" dt="2026-02-11T17:09:05.829" v="8365" actId="20577"/>
          <ac:graphicFrameMkLst>
            <pc:docMk/>
            <pc:sldMk cId="1944572442" sldId="287"/>
            <ac:graphicFrameMk id="41" creationId="{6729A9B8-DE0B-3F32-16E2-B661F3626EAE}"/>
          </ac:graphicFrameMkLst>
        </pc:graphicFrameChg>
        <pc:cxnChg chg="add mod">
          <ac:chgData name="JIAHUA WANG" userId="445c6c4e8400985e" providerId="LiveId" clId="{FC401964-9482-4D7D-9D42-BA08E9ECFED7}" dt="2026-02-11T17:10:37" v="8482" actId="14100"/>
          <ac:cxnSpMkLst>
            <pc:docMk/>
            <pc:sldMk cId="1944572442" sldId="287"/>
            <ac:cxnSpMk id="43" creationId="{274F1C09-CC33-FED2-A42E-CC8D03A3D287}"/>
          </ac:cxnSpMkLst>
        </pc:cxnChg>
        <pc:cxnChg chg="add mod">
          <ac:chgData name="JIAHUA WANG" userId="445c6c4e8400985e" providerId="LiveId" clId="{FC401964-9482-4D7D-9D42-BA08E9ECFED7}" dt="2026-02-11T17:10:38.921" v="8483" actId="14100"/>
          <ac:cxnSpMkLst>
            <pc:docMk/>
            <pc:sldMk cId="1944572442" sldId="287"/>
            <ac:cxnSpMk id="54" creationId="{E95E69E8-1231-9631-3CD1-53D79BE275BC}"/>
          </ac:cxnSpMkLst>
        </pc:cxnChg>
        <pc:cxnChg chg="add mod">
          <ac:chgData name="JIAHUA WANG" userId="445c6c4e8400985e" providerId="LiveId" clId="{FC401964-9482-4D7D-9D42-BA08E9ECFED7}" dt="2026-02-11T17:10:51.555" v="8485" actId="14100"/>
          <ac:cxnSpMkLst>
            <pc:docMk/>
            <pc:sldMk cId="1944572442" sldId="287"/>
            <ac:cxnSpMk id="74" creationId="{5D179FBD-EBBB-FAF8-5692-65CC9B657F0E}"/>
          </ac:cxnSpMkLst>
        </pc:cxnChg>
        <pc:cxnChg chg="add mod">
          <ac:chgData name="JIAHUA WANG" userId="445c6c4e8400985e" providerId="LiveId" clId="{FC401964-9482-4D7D-9D42-BA08E9ECFED7}" dt="2026-02-11T17:23:52.380" v="9506" actId="14100"/>
          <ac:cxnSpMkLst>
            <pc:docMk/>
            <pc:sldMk cId="1944572442" sldId="287"/>
            <ac:cxnSpMk id="77" creationId="{AF250D99-0274-C85C-680A-E7309D8B6495}"/>
          </ac:cxnSpMkLst>
        </pc:cxnChg>
      </pc:sldChg>
      <pc:sldChg chg="addSp delSp modSp add mod">
        <pc:chgData name="JIAHUA WANG" userId="445c6c4e8400985e" providerId="LiveId" clId="{FC401964-9482-4D7D-9D42-BA08E9ECFED7}" dt="2026-02-11T17:24:12.151" v="9519" actId="20577"/>
        <pc:sldMkLst>
          <pc:docMk/>
          <pc:sldMk cId="3627035957" sldId="288"/>
        </pc:sldMkLst>
        <pc:spChg chg="add mod">
          <ac:chgData name="JIAHUA WANG" userId="445c6c4e8400985e" providerId="LiveId" clId="{FC401964-9482-4D7D-9D42-BA08E9ECFED7}" dt="2026-02-11T17:14:34.413" v="8649" actId="1076"/>
          <ac:spMkLst>
            <pc:docMk/>
            <pc:sldMk cId="3627035957" sldId="288"/>
            <ac:spMk id="8" creationId="{90D76189-59B5-183A-91FF-9658D2126360}"/>
          </ac:spMkLst>
        </pc:spChg>
        <pc:spChg chg="add mod">
          <ac:chgData name="JIAHUA WANG" userId="445c6c4e8400985e" providerId="LiveId" clId="{FC401964-9482-4D7D-9D42-BA08E9ECFED7}" dt="2026-02-11T17:16:09.155" v="8780" actId="1076"/>
          <ac:spMkLst>
            <pc:docMk/>
            <pc:sldMk cId="3627035957" sldId="288"/>
            <ac:spMk id="15" creationId="{AFE8F2C3-2722-57F9-C1AB-C5B80804AB45}"/>
          </ac:spMkLst>
        </pc:spChg>
        <pc:spChg chg="add mod">
          <ac:chgData name="JIAHUA WANG" userId="445c6c4e8400985e" providerId="LiveId" clId="{FC401964-9482-4D7D-9D42-BA08E9ECFED7}" dt="2026-02-11T17:16:11.475" v="8782" actId="1076"/>
          <ac:spMkLst>
            <pc:docMk/>
            <pc:sldMk cId="3627035957" sldId="288"/>
            <ac:spMk id="16" creationId="{E2D2620C-344A-CA5A-EDAA-8D8D8CEA6655}"/>
          </ac:spMkLst>
        </pc:spChg>
        <pc:spChg chg="add mod">
          <ac:chgData name="JIAHUA WANG" userId="445c6c4e8400985e" providerId="LiveId" clId="{FC401964-9482-4D7D-9D42-BA08E9ECFED7}" dt="2026-02-11T17:16:13.572" v="8784" actId="1076"/>
          <ac:spMkLst>
            <pc:docMk/>
            <pc:sldMk cId="3627035957" sldId="288"/>
            <ac:spMk id="17" creationId="{01B9C5BB-9835-5B63-4493-FCCDFE26B1DB}"/>
          </ac:spMkLst>
        </pc:spChg>
        <pc:spChg chg="add mod">
          <ac:chgData name="JIAHUA WANG" userId="445c6c4e8400985e" providerId="LiveId" clId="{FC401964-9482-4D7D-9D42-BA08E9ECFED7}" dt="2026-02-11T17:16:15.842" v="8786" actId="1076"/>
          <ac:spMkLst>
            <pc:docMk/>
            <pc:sldMk cId="3627035957" sldId="288"/>
            <ac:spMk id="18" creationId="{A27DE753-D0E0-898F-0C0D-044943E4064A}"/>
          </ac:spMkLst>
        </pc:spChg>
        <pc:spChg chg="add mod">
          <ac:chgData name="JIAHUA WANG" userId="445c6c4e8400985e" providerId="LiveId" clId="{FC401964-9482-4D7D-9D42-BA08E9ECFED7}" dt="2026-02-11T17:24:12.151" v="9519" actId="20577"/>
          <ac:spMkLst>
            <pc:docMk/>
            <pc:sldMk cId="3627035957" sldId="288"/>
            <ac:spMk id="19" creationId="{74B5EE15-7458-B056-8D6B-F4A0E5CB4C16}"/>
          </ac:spMkLst>
        </pc:spChg>
        <pc:spChg chg="add mod">
          <ac:chgData name="JIAHUA WANG" userId="445c6c4e8400985e" providerId="LiveId" clId="{FC401964-9482-4D7D-9D42-BA08E9ECFED7}" dt="2026-02-11T17:21:31.270" v="9301" actId="1076"/>
          <ac:spMkLst>
            <pc:docMk/>
            <pc:sldMk cId="3627035957" sldId="288"/>
            <ac:spMk id="23" creationId="{6C5CE1C1-A16F-B16F-D842-A86881D8081C}"/>
          </ac:spMkLst>
        </pc:spChg>
        <pc:spChg chg="mod">
          <ac:chgData name="JIAHUA WANG" userId="445c6c4e8400985e" providerId="LiveId" clId="{FC401964-9482-4D7D-9D42-BA08E9ECFED7}" dt="2026-02-11T17:15:04.880" v="8732" actId="1076"/>
          <ac:spMkLst>
            <pc:docMk/>
            <pc:sldMk cId="3627035957" sldId="288"/>
            <ac:spMk id="26" creationId="{C9BA50BB-C1B3-8FB9-3538-6B74B22D2E84}"/>
          </ac:spMkLst>
        </pc:spChg>
        <pc:spChg chg="add mod">
          <ac:chgData name="JIAHUA WANG" userId="445c6c4e8400985e" providerId="LiveId" clId="{FC401964-9482-4D7D-9D42-BA08E9ECFED7}" dt="2026-02-11T17:20:20.928" v="9240" actId="20577"/>
          <ac:spMkLst>
            <pc:docMk/>
            <pc:sldMk cId="3627035957" sldId="288"/>
            <ac:spMk id="27" creationId="{FEEB959A-2384-C028-BC89-D54CDAA16C01}"/>
          </ac:spMkLst>
        </pc:spChg>
        <pc:spChg chg="add mod">
          <ac:chgData name="JIAHUA WANG" userId="445c6c4e8400985e" providerId="LiveId" clId="{FC401964-9482-4D7D-9D42-BA08E9ECFED7}" dt="2026-02-11T17:21:27.388" v="9300" actId="14100"/>
          <ac:spMkLst>
            <pc:docMk/>
            <pc:sldMk cId="3627035957" sldId="288"/>
            <ac:spMk id="31" creationId="{2947CFE9-C923-6CF6-E8F9-2C2CAB8E3685}"/>
          </ac:spMkLst>
        </pc:spChg>
        <pc:spChg chg="add mod">
          <ac:chgData name="JIAHUA WANG" userId="445c6c4e8400985e" providerId="LiveId" clId="{FC401964-9482-4D7D-9D42-BA08E9ECFED7}" dt="2026-02-11T17:22:37.654" v="9433" actId="20577"/>
          <ac:spMkLst>
            <pc:docMk/>
            <pc:sldMk cId="3627035957" sldId="288"/>
            <ac:spMk id="34" creationId="{F6B4550D-FEE2-30CF-8CBF-ACFCF7A5B59D}"/>
          </ac:spMkLst>
        </pc:spChg>
        <pc:spChg chg="mod">
          <ac:chgData name="JIAHUA WANG" userId="445c6c4e8400985e" providerId="LiveId" clId="{FC401964-9482-4D7D-9D42-BA08E9ECFED7}" dt="2026-02-11T17:12:13.129" v="8538" actId="1076"/>
          <ac:spMkLst>
            <pc:docMk/>
            <pc:sldMk cId="3627035957" sldId="288"/>
            <ac:spMk id="38" creationId="{090AA8BE-5F69-0F4C-0E15-658491DE7745}"/>
          </ac:spMkLst>
        </pc:spChg>
        <pc:graphicFrameChg chg="add mod modGraphic">
          <ac:chgData name="JIAHUA WANG" userId="445c6c4e8400985e" providerId="LiveId" clId="{FC401964-9482-4D7D-9D42-BA08E9ECFED7}" dt="2026-02-11T17:16:03.622" v="8778" actId="20577"/>
          <ac:graphicFrameMkLst>
            <pc:docMk/>
            <pc:sldMk cId="3627035957" sldId="288"/>
            <ac:graphicFrameMk id="2" creationId="{E068763C-D684-9102-4938-F9C353F2EBDF}"/>
          </ac:graphicFrameMkLst>
        </pc:graphicFrameChg>
        <pc:cxnChg chg="add mod">
          <ac:chgData name="JIAHUA WANG" userId="445c6c4e8400985e" providerId="LiveId" clId="{FC401964-9482-4D7D-9D42-BA08E9ECFED7}" dt="2026-02-11T17:19:41.038" v="9102" actId="14100"/>
          <ac:cxnSpMkLst>
            <pc:docMk/>
            <pc:sldMk cId="3627035957" sldId="288"/>
            <ac:cxnSpMk id="25" creationId="{5985A483-2B9A-12B9-3C97-BABE9B97C3A7}"/>
          </ac:cxnSpMkLst>
        </pc:cxnChg>
        <pc:cxnChg chg="add mod">
          <ac:chgData name="JIAHUA WANG" userId="445c6c4e8400985e" providerId="LiveId" clId="{FC401964-9482-4D7D-9D42-BA08E9ECFED7}" dt="2026-02-11T17:21:57.962" v="9308" actId="14100"/>
          <ac:cxnSpMkLst>
            <pc:docMk/>
            <pc:sldMk cId="3627035957" sldId="288"/>
            <ac:cxnSpMk id="32" creationId="{A7D32F52-3B02-7F2E-49EB-2BDBA1528100}"/>
          </ac:cxnSpMkLst>
        </pc:cxnChg>
      </pc:sldChg>
      <pc:sldChg chg="addSp delSp modSp add mod">
        <pc:chgData name="JIAHUA WANG" userId="445c6c4e8400985e" providerId="LiveId" clId="{FC401964-9482-4D7D-9D42-BA08E9ECFED7}" dt="2026-02-11T17:23:27.658" v="9503" actId="14100"/>
        <pc:sldMkLst>
          <pc:docMk/>
          <pc:sldMk cId="2974985221" sldId="289"/>
        </pc:sldMkLst>
        <pc:spChg chg="mod">
          <ac:chgData name="JIAHUA WANG" userId="445c6c4e8400985e" providerId="LiveId" clId="{FC401964-9482-4D7D-9D42-BA08E9ECFED7}" dt="2026-02-11T17:17:28.512" v="8947" actId="20577"/>
          <ac:spMkLst>
            <pc:docMk/>
            <pc:sldMk cId="2974985221" sldId="289"/>
            <ac:spMk id="19" creationId="{9A20FF3A-B2C6-9BB8-2474-CBA86C39E868}"/>
          </ac:spMkLst>
        </pc:spChg>
        <pc:spChg chg="add mod">
          <ac:chgData name="JIAHUA WANG" userId="445c6c4e8400985e" providerId="LiveId" clId="{FC401964-9482-4D7D-9D42-BA08E9ECFED7}" dt="2026-02-11T17:21:47.638" v="9305" actId="1076"/>
          <ac:spMkLst>
            <pc:docMk/>
            <pc:sldMk cId="2974985221" sldId="289"/>
            <ac:spMk id="25" creationId="{8FDCD513-EE3A-8741-A459-BB4830101E88}"/>
          </ac:spMkLst>
        </pc:spChg>
        <pc:spChg chg="mod">
          <ac:chgData name="JIAHUA WANG" userId="445c6c4e8400985e" providerId="LiveId" clId="{FC401964-9482-4D7D-9D42-BA08E9ECFED7}" dt="2026-02-11T17:16:59.232" v="8859" actId="20577"/>
          <ac:spMkLst>
            <pc:docMk/>
            <pc:sldMk cId="2974985221" sldId="289"/>
            <ac:spMk id="26" creationId="{4C3155EE-89F5-4E38-96F5-E56246116FB9}"/>
          </ac:spMkLst>
        </pc:spChg>
        <pc:spChg chg="add mod">
          <ac:chgData name="JIAHUA WANG" userId="445c6c4e8400985e" providerId="LiveId" clId="{FC401964-9482-4D7D-9D42-BA08E9ECFED7}" dt="2026-02-11T17:20:48.286" v="9275" actId="1076"/>
          <ac:spMkLst>
            <pc:docMk/>
            <pc:sldMk cId="2974985221" sldId="289"/>
            <ac:spMk id="28" creationId="{0863092A-D755-75EE-2B82-01FDC97A8B2A}"/>
          </ac:spMkLst>
        </pc:spChg>
        <pc:spChg chg="add mod">
          <ac:chgData name="JIAHUA WANG" userId="445c6c4e8400985e" providerId="LiveId" clId="{FC401964-9482-4D7D-9D42-BA08E9ECFED7}" dt="2026-02-11T17:21:40.915" v="9302"/>
          <ac:spMkLst>
            <pc:docMk/>
            <pc:sldMk cId="2974985221" sldId="289"/>
            <ac:spMk id="29" creationId="{52A594AB-EDFF-9B94-0D97-D54EA1345C05}"/>
          </ac:spMkLst>
        </pc:spChg>
        <pc:spChg chg="add mod">
          <ac:chgData name="JIAHUA WANG" userId="445c6c4e8400985e" providerId="LiveId" clId="{FC401964-9482-4D7D-9D42-BA08E9ECFED7}" dt="2026-02-11T17:23:24.868" v="9502" actId="1076"/>
          <ac:spMkLst>
            <pc:docMk/>
            <pc:sldMk cId="2974985221" sldId="289"/>
            <ac:spMk id="31" creationId="{5D14F167-B133-CE84-7386-C318EE4F43C2}"/>
          </ac:spMkLst>
        </pc:spChg>
        <pc:cxnChg chg="add mod">
          <ac:chgData name="JIAHUA WANG" userId="445c6c4e8400985e" providerId="LiveId" clId="{FC401964-9482-4D7D-9D42-BA08E9ECFED7}" dt="2026-02-11T17:20:26.317" v="9241"/>
          <ac:cxnSpMkLst>
            <pc:docMk/>
            <pc:sldMk cId="2974985221" sldId="289"/>
            <ac:cxnSpMk id="27" creationId="{7C64B13C-60AA-7E42-363F-9D7A2A32DB90}"/>
          </ac:cxnSpMkLst>
        </pc:cxnChg>
        <pc:cxnChg chg="add mod">
          <ac:chgData name="JIAHUA WANG" userId="445c6c4e8400985e" providerId="LiveId" clId="{FC401964-9482-4D7D-9D42-BA08E9ECFED7}" dt="2026-02-11T17:23:27.658" v="9503" actId="14100"/>
          <ac:cxnSpMkLst>
            <pc:docMk/>
            <pc:sldMk cId="2974985221" sldId="289"/>
            <ac:cxnSpMk id="30" creationId="{FFB51B53-5502-770F-91EC-81E69C61D17B}"/>
          </ac:cxnSpMkLst>
        </pc:cxnChg>
      </pc:sldChg>
      <pc:sldChg chg="addSp delSp modSp add mod">
        <pc:chgData name="JIAHUA WANG" userId="445c6c4e8400985e" providerId="LiveId" clId="{FC401964-9482-4D7D-9D42-BA08E9ECFED7}" dt="2026-02-11T17:21:44.455" v="9304" actId="478"/>
        <pc:sldMkLst>
          <pc:docMk/>
          <pc:sldMk cId="3032075042" sldId="290"/>
        </pc:sldMkLst>
        <pc:spChg chg="add mod">
          <ac:chgData name="JIAHUA WANG" userId="445c6c4e8400985e" providerId="LiveId" clId="{FC401964-9482-4D7D-9D42-BA08E9ECFED7}" dt="2026-02-11T17:20:37.919" v="9272" actId="20577"/>
          <ac:spMkLst>
            <pc:docMk/>
            <pc:sldMk cId="3032075042" sldId="290"/>
            <ac:spMk id="3" creationId="{9090D030-B141-683D-52BF-2927DF579172}"/>
          </ac:spMkLst>
        </pc:spChg>
        <pc:spChg chg="add mod">
          <ac:chgData name="JIAHUA WANG" userId="445c6c4e8400985e" providerId="LiveId" clId="{FC401964-9482-4D7D-9D42-BA08E9ECFED7}" dt="2026-02-11T17:20:51.018" v="9276" actId="1076"/>
          <ac:spMkLst>
            <pc:docMk/>
            <pc:sldMk cId="3032075042" sldId="290"/>
            <ac:spMk id="12" creationId="{EFD5F103-6E45-2E1E-161F-40209836076A}"/>
          </ac:spMkLst>
        </pc:spChg>
        <pc:spChg chg="mod">
          <ac:chgData name="JIAHUA WANG" userId="445c6c4e8400985e" providerId="LiveId" clId="{FC401964-9482-4D7D-9D42-BA08E9ECFED7}" dt="2026-02-11T17:18:17.873" v="9052" actId="20577"/>
          <ac:spMkLst>
            <pc:docMk/>
            <pc:sldMk cId="3032075042" sldId="290"/>
            <ac:spMk id="19" creationId="{EE31553F-6CC9-FAF7-8A91-D7A4F742D3A7}"/>
          </ac:spMkLst>
        </pc:spChg>
        <pc:spChg chg="mod">
          <ac:chgData name="JIAHUA WANG" userId="445c6c4e8400985e" providerId="LiveId" clId="{FC401964-9482-4D7D-9D42-BA08E9ECFED7}" dt="2026-02-11T17:17:54.224" v="8968" actId="14100"/>
          <ac:spMkLst>
            <pc:docMk/>
            <pc:sldMk cId="3032075042" sldId="290"/>
            <ac:spMk id="26" creationId="{C710FC04-2B2B-C7D3-74D7-1F72F4D1A9C6}"/>
          </ac:spMkLst>
        </pc:spChg>
        <pc:cxnChg chg="add mod">
          <ac:chgData name="JIAHUA WANG" userId="445c6c4e8400985e" providerId="LiveId" clId="{FC401964-9482-4D7D-9D42-BA08E9ECFED7}" dt="2026-02-11T17:20:27.658" v="9242"/>
          <ac:cxnSpMkLst>
            <pc:docMk/>
            <pc:sldMk cId="3032075042" sldId="290"/>
            <ac:cxnSpMk id="8" creationId="{DFB6C5E1-8A0F-3B38-BBCD-41C772AD7ABB}"/>
          </ac:cxnSpMkLst>
        </pc:cxnChg>
      </pc:sldChg>
      <pc:sldChg chg="modSp mod">
        <pc:chgData name="JIAHUA WANG" userId="445c6c4e8400985e" providerId="LiveId" clId="{FC401964-9482-4D7D-9D42-BA08E9ECFED7}" dt="2026-02-12T03:17:14.910" v="9878" actId="14100"/>
        <pc:sldMkLst>
          <pc:docMk/>
          <pc:sldMk cId="3414385235" sldId="291"/>
        </pc:sldMkLst>
        <pc:spChg chg="mod">
          <ac:chgData name="JIAHUA WANG" userId="445c6c4e8400985e" providerId="LiveId" clId="{FC401964-9482-4D7D-9D42-BA08E9ECFED7}" dt="2026-02-12T03:16:54.833" v="9871" actId="14100"/>
          <ac:spMkLst>
            <pc:docMk/>
            <pc:sldMk cId="3414385235" sldId="291"/>
            <ac:spMk id="2" creationId="{9275A499-AD39-0A4C-215B-EA2F291F30BD}"/>
          </ac:spMkLst>
        </pc:spChg>
        <pc:spChg chg="mod">
          <ac:chgData name="JIAHUA WANG" userId="445c6c4e8400985e" providerId="LiveId" clId="{FC401964-9482-4D7D-9D42-BA08E9ECFED7}" dt="2026-02-12T03:17:01.815" v="9873" actId="14100"/>
          <ac:spMkLst>
            <pc:docMk/>
            <pc:sldMk cId="3414385235" sldId="291"/>
            <ac:spMk id="6" creationId="{6BE393AF-2CEE-CEF3-0F95-3CE25682DE85}"/>
          </ac:spMkLst>
        </pc:spChg>
        <pc:spChg chg="mod">
          <ac:chgData name="JIAHUA WANG" userId="445c6c4e8400985e" providerId="LiveId" clId="{FC401964-9482-4D7D-9D42-BA08E9ECFED7}" dt="2026-02-12T03:17:14.910" v="9878" actId="14100"/>
          <ac:spMkLst>
            <pc:docMk/>
            <pc:sldMk cId="3414385235" sldId="291"/>
            <ac:spMk id="7" creationId="{9CA91B28-4DBD-2F6C-860B-1F17BE3CAADF}"/>
          </ac:spMkLst>
        </pc:spChg>
        <pc:spChg chg="mod">
          <ac:chgData name="JIAHUA WANG" userId="445c6c4e8400985e" providerId="LiveId" clId="{FC401964-9482-4D7D-9D42-BA08E9ECFED7}" dt="2026-02-12T03:17:10.761" v="9876" actId="14100"/>
          <ac:spMkLst>
            <pc:docMk/>
            <pc:sldMk cId="3414385235" sldId="291"/>
            <ac:spMk id="8" creationId="{2B4FB4FA-8E41-07BD-8FD8-FB089040AA6A}"/>
          </ac:spMkLst>
        </pc:spChg>
      </pc:sldChg>
      <pc:sldChg chg="modSp mod">
        <pc:chgData name="JIAHUA WANG" userId="445c6c4e8400985e" providerId="LiveId" clId="{FC401964-9482-4D7D-9D42-BA08E9ECFED7}" dt="2026-02-12T13:31:39.164" v="10693" actId="1076"/>
        <pc:sldMkLst>
          <pc:docMk/>
          <pc:sldMk cId="1874527627" sldId="299"/>
        </pc:sldMkLst>
        <pc:spChg chg="mod">
          <ac:chgData name="JIAHUA WANG" userId="445c6c4e8400985e" providerId="LiveId" clId="{FC401964-9482-4D7D-9D42-BA08E9ECFED7}" dt="2026-02-12T13:31:39.164" v="10693" actId="1076"/>
          <ac:spMkLst>
            <pc:docMk/>
            <pc:sldMk cId="1874527627" sldId="299"/>
            <ac:spMk id="25" creationId="{3482EDCF-DE81-2C47-F8BA-29DC7D981E16}"/>
          </ac:spMkLst>
        </pc:spChg>
      </pc:sldChg>
      <pc:sldChg chg="modSp new mod">
        <pc:chgData name="JIAHUA WANG" userId="445c6c4e8400985e" providerId="LiveId" clId="{FC401964-9482-4D7D-9D42-BA08E9ECFED7}" dt="2026-03-02T10:07:20.511" v="11155" actId="20577"/>
        <pc:sldMkLst>
          <pc:docMk/>
          <pc:sldMk cId="749361182" sldId="304"/>
        </pc:sldMkLst>
        <pc:spChg chg="mod">
          <ac:chgData name="JIAHUA WANG" userId="445c6c4e8400985e" providerId="LiveId" clId="{FC401964-9482-4D7D-9D42-BA08E9ECFED7}" dt="2026-03-02T10:04:45.051" v="10752" actId="20577"/>
          <ac:spMkLst>
            <pc:docMk/>
            <pc:sldMk cId="749361182" sldId="304"/>
            <ac:spMk id="2" creationId="{76E24207-D40B-1086-7809-82C0FD1B805C}"/>
          </ac:spMkLst>
        </pc:spChg>
        <pc:spChg chg="mod">
          <ac:chgData name="JIAHUA WANG" userId="445c6c4e8400985e" providerId="LiveId" clId="{FC401964-9482-4D7D-9D42-BA08E9ECFED7}" dt="2026-03-02T10:07:20.511" v="11155" actId="20577"/>
          <ac:spMkLst>
            <pc:docMk/>
            <pc:sldMk cId="749361182" sldId="304"/>
            <ac:spMk id="3" creationId="{528C5DF8-2072-01FB-5DBA-C806E4D4DCE2}"/>
          </ac:spMkLst>
        </pc:spChg>
      </pc:sldChg>
    </pc:docChg>
  </pc:docChgLst>
  <pc:docChgLst>
    <pc:chgData name="JIAHUA WANG" userId="445c6c4e8400985e" providerId="Windows Live" clId="Web-{1B90028E-E13C-B46B-F3D7-B3C2C2A1C116}"/>
    <pc:docChg chg="modSld">
      <pc:chgData name="JIAHUA WANG" userId="445c6c4e8400985e" providerId="Windows Live" clId="Web-{1B90028E-E13C-B46B-F3D7-B3C2C2A1C116}" dt="2026-02-12T02:50:42.741" v="365" actId="14100"/>
      <pc:docMkLst>
        <pc:docMk/>
      </pc:docMkLst>
      <pc:sldChg chg="addSp delSp modSp">
        <pc:chgData name="JIAHUA WANG" userId="445c6c4e8400985e" providerId="Windows Live" clId="Web-{1B90028E-E13C-B46B-F3D7-B3C2C2A1C116}" dt="2026-02-12T02:50:42.741" v="365" actId="14100"/>
        <pc:sldMkLst>
          <pc:docMk/>
          <pc:sldMk cId="855658538" sldId="268"/>
        </pc:sldMkLst>
        <pc:spChg chg="mod">
          <ac:chgData name="JIAHUA WANG" userId="445c6c4e8400985e" providerId="Windows Live" clId="Web-{1B90028E-E13C-B46B-F3D7-B3C2C2A1C116}" dt="2026-02-12T02:50:14.459" v="351" actId="1076"/>
          <ac:spMkLst>
            <pc:docMk/>
            <pc:sldMk cId="855658538" sldId="268"/>
            <ac:spMk id="3" creationId="{1F22171F-D558-A2FC-BAAF-D6E6A2BF63D6}"/>
          </ac:spMkLst>
        </pc:spChg>
        <pc:spChg chg="mod">
          <ac:chgData name="JIAHUA WANG" userId="445c6c4e8400985e" providerId="Windows Live" clId="Web-{1B90028E-E13C-B46B-F3D7-B3C2C2A1C116}" dt="2026-02-12T02:48:35.893" v="317" actId="1076"/>
          <ac:spMkLst>
            <pc:docMk/>
            <pc:sldMk cId="855658538" sldId="268"/>
            <ac:spMk id="33" creationId="{46BD7513-2110-3425-468F-9C35D0038FDB}"/>
          </ac:spMkLst>
        </pc:spChg>
        <pc:spChg chg="mod">
          <ac:chgData name="JIAHUA WANG" userId="445c6c4e8400985e" providerId="Windows Live" clId="Web-{1B90028E-E13C-B46B-F3D7-B3C2C2A1C116}" dt="2026-02-12T02:50:04.552" v="350" actId="1076"/>
          <ac:spMkLst>
            <pc:docMk/>
            <pc:sldMk cId="855658538" sldId="268"/>
            <ac:spMk id="34" creationId="{CD500408-21F8-DCAD-3A92-72DABC8F76ED}"/>
          </ac:spMkLst>
        </pc:spChg>
        <pc:spChg chg="add mod">
          <ac:chgData name="JIAHUA WANG" userId="445c6c4e8400985e" providerId="Windows Live" clId="Web-{1B90028E-E13C-B46B-F3D7-B3C2C2A1C116}" dt="2026-02-12T02:31:16.319" v="119" actId="1076"/>
          <ac:spMkLst>
            <pc:docMk/>
            <pc:sldMk cId="855658538" sldId="268"/>
            <ac:spMk id="36" creationId="{7CBD5045-196F-EA6D-4CD4-FBD517083C1D}"/>
          </ac:spMkLst>
        </pc:spChg>
        <pc:spChg chg="add mod">
          <ac:chgData name="JIAHUA WANG" userId="445c6c4e8400985e" providerId="Windows Live" clId="Web-{1B90028E-E13C-B46B-F3D7-B3C2C2A1C116}" dt="2026-02-12T02:31:16.382" v="120" actId="1076"/>
          <ac:spMkLst>
            <pc:docMk/>
            <pc:sldMk cId="855658538" sldId="268"/>
            <ac:spMk id="38" creationId="{A0FFC2C0-E78A-9EDF-AEB5-3216973D1459}"/>
          </ac:spMkLst>
        </pc:spChg>
        <pc:spChg chg="add mod">
          <ac:chgData name="JIAHUA WANG" userId="445c6c4e8400985e" providerId="Windows Live" clId="Web-{1B90028E-E13C-B46B-F3D7-B3C2C2A1C116}" dt="2026-02-12T02:48:35.956" v="318" actId="1076"/>
          <ac:spMkLst>
            <pc:docMk/>
            <pc:sldMk cId="855658538" sldId="268"/>
            <ac:spMk id="53" creationId="{8629E846-F25F-34AA-BA2A-9DB7ED200AA7}"/>
          </ac:spMkLst>
        </pc:spChg>
        <pc:picChg chg="add mod">
          <ac:chgData name="JIAHUA WANG" userId="445c6c4e8400985e" providerId="Windows Live" clId="Web-{1B90028E-E13C-B46B-F3D7-B3C2C2A1C116}" dt="2026-02-12T02:31:16.428" v="121" actId="1076"/>
          <ac:picMkLst>
            <pc:docMk/>
            <pc:sldMk cId="855658538" sldId="268"/>
            <ac:picMk id="39" creationId="{AF826E21-4CA4-1E72-0E40-78598E2F0BCF}"/>
          </ac:picMkLst>
        </pc:picChg>
      </pc:sldChg>
      <pc:sldChg chg="addSp delSp modSp">
        <pc:chgData name="JIAHUA WANG" userId="445c6c4e8400985e" providerId="Windows Live" clId="Web-{1B90028E-E13C-B46B-F3D7-B3C2C2A1C116}" dt="2026-02-12T02:42:57.949" v="293" actId="1076"/>
        <pc:sldMkLst>
          <pc:docMk/>
          <pc:sldMk cId="391375059" sldId="279"/>
        </pc:sldMkLst>
        <pc:spChg chg="mod">
          <ac:chgData name="JIAHUA WANG" userId="445c6c4e8400985e" providerId="Windows Live" clId="Web-{1B90028E-E13C-B46B-F3D7-B3C2C2A1C116}" dt="2026-02-12T02:32:11.306" v="141" actId="1076"/>
          <ac:spMkLst>
            <pc:docMk/>
            <pc:sldMk cId="391375059" sldId="279"/>
            <ac:spMk id="23" creationId="{5B6CB307-1805-259C-03AF-A43F761FF9A1}"/>
          </ac:spMkLst>
        </pc:spChg>
        <pc:spChg chg="add mod">
          <ac:chgData name="JIAHUA WANG" userId="445c6c4e8400985e" providerId="Windows Live" clId="Web-{1B90028E-E13C-B46B-F3D7-B3C2C2A1C116}" dt="2026-02-12T02:36:44.532" v="200" actId="1076"/>
          <ac:spMkLst>
            <pc:docMk/>
            <pc:sldMk cId="391375059" sldId="279"/>
            <ac:spMk id="32" creationId="{7447180F-4D4D-FCF0-38C4-46ADDA3E6754}"/>
          </ac:spMkLst>
        </pc:spChg>
        <pc:spChg chg="add mod">
          <ac:chgData name="JIAHUA WANG" userId="445c6c4e8400985e" providerId="Windows Live" clId="Web-{1B90028E-E13C-B46B-F3D7-B3C2C2A1C116}" dt="2026-02-12T02:36:44.595" v="201" actId="1076"/>
          <ac:spMkLst>
            <pc:docMk/>
            <pc:sldMk cId="391375059" sldId="279"/>
            <ac:spMk id="38" creationId="{496E8665-C6F2-25A7-BF7D-ECBF4BF39CA2}"/>
          </ac:spMkLst>
        </pc:spChg>
        <pc:spChg chg="mod">
          <ac:chgData name="JIAHUA WANG" userId="445c6c4e8400985e" providerId="Windows Live" clId="Web-{1B90028E-E13C-B46B-F3D7-B3C2C2A1C116}" dt="2026-02-12T02:42:57.949" v="293" actId="1076"/>
          <ac:spMkLst>
            <pc:docMk/>
            <pc:sldMk cId="391375059" sldId="279"/>
            <ac:spMk id="39" creationId="{043529C5-39A4-8C49-716B-026F1B8E6690}"/>
          </ac:spMkLst>
        </pc:spChg>
        <pc:spChg chg="mod">
          <ac:chgData name="JIAHUA WANG" userId="445c6c4e8400985e" providerId="Windows Live" clId="Web-{1B90028E-E13C-B46B-F3D7-B3C2C2A1C116}" dt="2026-02-12T02:41:19.771" v="287" actId="1076"/>
          <ac:spMkLst>
            <pc:docMk/>
            <pc:sldMk cId="391375059" sldId="279"/>
            <ac:spMk id="43" creationId="{88A88310-FC22-BF3E-D707-20DD0E4F16B1}"/>
          </ac:spMkLst>
        </pc:spChg>
        <pc:spChg chg="add mod">
          <ac:chgData name="JIAHUA WANG" userId="445c6c4e8400985e" providerId="Windows Live" clId="Web-{1B90028E-E13C-B46B-F3D7-B3C2C2A1C116}" dt="2026-02-12T02:37:00.751" v="206" actId="1076"/>
          <ac:spMkLst>
            <pc:docMk/>
            <pc:sldMk cId="391375059" sldId="279"/>
            <ac:spMk id="44" creationId="{B183708C-23D7-C9BD-8071-A4F0F12D9E90}"/>
          </ac:spMkLst>
        </pc:spChg>
        <pc:spChg chg="add mod">
          <ac:chgData name="JIAHUA WANG" userId="445c6c4e8400985e" providerId="Windows Live" clId="Web-{1B90028E-E13C-B46B-F3D7-B3C2C2A1C116}" dt="2026-02-12T02:37:00.845" v="207" actId="1076"/>
          <ac:spMkLst>
            <pc:docMk/>
            <pc:sldMk cId="391375059" sldId="279"/>
            <ac:spMk id="46" creationId="{99095802-4CA4-3D81-2DA7-5EF2C7A91377}"/>
          </ac:spMkLst>
        </pc:spChg>
        <pc:cxnChg chg="add mod">
          <ac:chgData name="JIAHUA WANG" userId="445c6c4e8400985e" providerId="Windows Live" clId="Web-{1B90028E-E13C-B46B-F3D7-B3C2C2A1C116}" dt="2026-02-12T02:37:54.065" v="227" actId="14100"/>
          <ac:cxnSpMkLst>
            <pc:docMk/>
            <pc:sldMk cId="391375059" sldId="279"/>
            <ac:cxnSpMk id="47" creationId="{8C9C8078-8576-3CEA-7053-B06A0713C2FF}"/>
          </ac:cxnSpMkLst>
        </pc:cxnChg>
        <pc:cxnChg chg="add mod">
          <ac:chgData name="JIAHUA WANG" userId="445c6c4e8400985e" providerId="Windows Live" clId="Web-{1B90028E-E13C-B46B-F3D7-B3C2C2A1C116}" dt="2026-02-12T02:38:43.690" v="249" actId="14100"/>
          <ac:cxnSpMkLst>
            <pc:docMk/>
            <pc:sldMk cId="391375059" sldId="279"/>
            <ac:cxnSpMk id="49" creationId="{A4EE17FF-2BCD-E4C3-19FF-30181179B227}"/>
          </ac:cxnSpMkLst>
        </pc:cxnChg>
      </pc:sldChg>
      <pc:sldChg chg="modSp">
        <pc:chgData name="JIAHUA WANG" userId="445c6c4e8400985e" providerId="Windows Live" clId="Web-{1B90028E-E13C-B46B-F3D7-B3C2C2A1C116}" dt="2026-02-12T02:12:48.350" v="0" actId="20577"/>
        <pc:sldMkLst>
          <pc:docMk/>
          <pc:sldMk cId="4106585893" sldId="282"/>
        </pc:sldMkLst>
        <pc:spChg chg="mod">
          <ac:chgData name="JIAHUA WANG" userId="445c6c4e8400985e" providerId="Windows Live" clId="Web-{1B90028E-E13C-B46B-F3D7-B3C2C2A1C116}" dt="2026-02-12T02:12:48.350" v="0" actId="20577"/>
          <ac:spMkLst>
            <pc:docMk/>
            <pc:sldMk cId="4106585893" sldId="282"/>
            <ac:spMk id="3" creationId="{8EB7F131-FC37-EBBF-E99C-BAB41C2F1D78}"/>
          </ac:spMkLst>
        </pc:spChg>
      </pc:sldChg>
    </pc:docChg>
  </pc:docChgLst>
  <pc:docChgLst>
    <pc:chgData name="JIAHUA WANG" userId="445c6c4e8400985e" providerId="Windows Live" clId="Web-{6261A593-206A-1934-1978-C455FA03907A}"/>
    <pc:docChg chg="addSld modSld sldOrd">
      <pc:chgData name="JIAHUA WANG" userId="445c6c4e8400985e" providerId="Windows Live" clId="Web-{6261A593-206A-1934-1978-C455FA03907A}" dt="2026-02-12T01:32:17.722" v="142"/>
      <pc:docMkLst>
        <pc:docMk/>
      </pc:docMkLst>
      <pc:sldChg chg="addSp delSp modSp add ord replId">
        <pc:chgData name="JIAHUA WANG" userId="445c6c4e8400985e" providerId="Windows Live" clId="Web-{6261A593-206A-1934-1978-C455FA03907A}" dt="2026-02-12T01:32:17.722" v="142"/>
        <pc:sldMkLst>
          <pc:docMk/>
          <pc:sldMk cId="3414385235" sldId="291"/>
        </pc:sldMkLst>
        <pc:spChg chg="mod">
          <ac:chgData name="JIAHUA WANG" userId="445c6c4e8400985e" providerId="Windows Live" clId="Web-{6261A593-206A-1934-1978-C455FA03907A}" dt="2026-02-12T01:28:14.998" v="83" actId="1076"/>
          <ac:spMkLst>
            <pc:docMk/>
            <pc:sldMk cId="3414385235" sldId="291"/>
            <ac:spMk id="13" creationId="{75952814-7F17-4C35-016F-8A8EB439393F}"/>
          </ac:spMkLst>
        </pc:spChg>
        <pc:spChg chg="mod">
          <ac:chgData name="JIAHUA WANG" userId="445c6c4e8400985e" providerId="Windows Live" clId="Web-{6261A593-206A-1934-1978-C455FA03907A}" dt="2026-02-12T01:30:40.134" v="123" actId="1076"/>
          <ac:spMkLst>
            <pc:docMk/>
            <pc:sldMk cId="3414385235" sldId="291"/>
            <ac:spMk id="14" creationId="{1BD6FB46-848F-C61D-17F1-09904E2A070F}"/>
          </ac:spMkLst>
        </pc:spChg>
        <pc:spChg chg="mod">
          <ac:chgData name="JIAHUA WANG" userId="445c6c4e8400985e" providerId="Windows Live" clId="Web-{6261A593-206A-1934-1978-C455FA03907A}" dt="2026-02-12T01:30:40.134" v="124" actId="1076"/>
          <ac:spMkLst>
            <pc:docMk/>
            <pc:sldMk cId="3414385235" sldId="291"/>
            <ac:spMk id="16" creationId="{9AA03FA4-02FA-3DB0-8AF4-AB615628BAFA}"/>
          </ac:spMkLst>
        </pc:spChg>
        <pc:spChg chg="add del mod">
          <ac:chgData name="JIAHUA WANG" userId="445c6c4e8400985e" providerId="Windows Live" clId="Web-{6261A593-206A-1934-1978-C455FA03907A}" dt="2026-02-12T01:29:26.890" v="120" actId="1076"/>
          <ac:spMkLst>
            <pc:docMk/>
            <pc:sldMk cId="3414385235" sldId="291"/>
            <ac:spMk id="24" creationId="{B9EBA3B1-6FEC-AC4A-9A04-1CBFFFDE11CD}"/>
          </ac:spMkLst>
        </pc:spChg>
        <pc:spChg chg="add mod">
          <ac:chgData name="JIAHUA WANG" userId="445c6c4e8400985e" providerId="Windows Live" clId="Web-{6261A593-206A-1934-1978-C455FA03907A}" dt="2026-02-12T01:29:06.482" v="114" actId="1076"/>
          <ac:spMkLst>
            <pc:docMk/>
            <pc:sldMk cId="3414385235" sldId="291"/>
            <ac:spMk id="28" creationId="{3B3F7EB9-CE00-C046-8756-4D6737D44447}"/>
          </ac:spMkLst>
        </pc:spChg>
        <pc:spChg chg="add mod">
          <ac:chgData name="JIAHUA WANG" userId="445c6c4e8400985e" providerId="Windows Live" clId="Web-{6261A593-206A-1934-1978-C455FA03907A}" dt="2026-02-12T01:28:58.638" v="113"/>
          <ac:spMkLst>
            <pc:docMk/>
            <pc:sldMk cId="3414385235" sldId="291"/>
            <ac:spMk id="31" creationId="{020B284D-3038-6FF0-2B3E-E39D369A0B03}"/>
          </ac:spMkLst>
        </pc:spChg>
      </pc:sldChg>
    </pc:docChg>
  </pc:docChgLst>
  <pc:docChgLst>
    <pc:chgData name="JIAHUA WANG" userId="445c6c4e8400985e" providerId="Windows Live" clId="Web-{B06F37CD-950C-0A2A-DC99-4155F673A6A9}"/>
    <pc:docChg chg="addSld delSld modSld">
      <pc:chgData name="JIAHUA WANG" userId="445c6c4e8400985e" providerId="Windows Live" clId="Web-{B06F37CD-950C-0A2A-DC99-4155F673A6A9}" dt="2026-02-12T01:40:33.001" v="143" actId="20577"/>
      <pc:docMkLst>
        <pc:docMk/>
      </pc:docMkLst>
      <pc:sldChg chg="modSp">
        <pc:chgData name="JIAHUA WANG" userId="445c6c4e8400985e" providerId="Windows Live" clId="Web-{B06F37CD-950C-0A2A-DC99-4155F673A6A9}" dt="2026-02-12T01:36:12.859" v="63" actId="20577"/>
        <pc:sldMkLst>
          <pc:docMk/>
          <pc:sldMk cId="2074195759" sldId="281"/>
        </pc:sldMkLst>
        <pc:spChg chg="mod">
          <ac:chgData name="JIAHUA WANG" userId="445c6c4e8400985e" providerId="Windows Live" clId="Web-{B06F37CD-950C-0A2A-DC99-4155F673A6A9}" dt="2026-02-12T01:36:12.859" v="63" actId="20577"/>
          <ac:spMkLst>
            <pc:docMk/>
            <pc:sldMk cId="2074195759" sldId="281"/>
            <ac:spMk id="2" creationId="{0B34378F-8B2D-EBD3-9F09-41DC3ABBA56C}"/>
          </ac:spMkLst>
        </pc:spChg>
      </pc:sldChg>
      <pc:sldChg chg="modSp">
        <pc:chgData name="JIAHUA WANG" userId="445c6c4e8400985e" providerId="Windows Live" clId="Web-{B06F37CD-950C-0A2A-DC99-4155F673A6A9}" dt="2026-02-12T01:37:37.631" v="89" actId="20577"/>
        <pc:sldMkLst>
          <pc:docMk/>
          <pc:sldMk cId="2986353896" sldId="283"/>
        </pc:sldMkLst>
        <pc:spChg chg="mod">
          <ac:chgData name="JIAHUA WANG" userId="445c6c4e8400985e" providerId="Windows Live" clId="Web-{B06F37CD-950C-0A2A-DC99-4155F673A6A9}" dt="2026-02-12T01:37:37.631" v="89" actId="20577"/>
          <ac:spMkLst>
            <pc:docMk/>
            <pc:sldMk cId="2986353896" sldId="283"/>
            <ac:spMk id="2" creationId="{8C23AF93-E11D-1FE4-9B7D-D59AC319A8B7}"/>
          </ac:spMkLst>
        </pc:spChg>
      </pc:sldChg>
      <pc:sldChg chg="modSp">
        <pc:chgData name="JIAHUA WANG" userId="445c6c4e8400985e" providerId="Windows Live" clId="Web-{B06F37CD-950C-0A2A-DC99-4155F673A6A9}" dt="2026-02-12T01:37:40.819" v="93" actId="20577"/>
        <pc:sldMkLst>
          <pc:docMk/>
          <pc:sldMk cId="2851961655" sldId="284"/>
        </pc:sldMkLst>
        <pc:spChg chg="mod">
          <ac:chgData name="JIAHUA WANG" userId="445c6c4e8400985e" providerId="Windows Live" clId="Web-{B06F37CD-950C-0A2A-DC99-4155F673A6A9}" dt="2026-02-12T01:37:40.819" v="93" actId="20577"/>
          <ac:spMkLst>
            <pc:docMk/>
            <pc:sldMk cId="2851961655" sldId="284"/>
            <ac:spMk id="2" creationId="{61E99AFA-AC99-23E1-3325-7749EE7DCA6B}"/>
          </ac:spMkLst>
        </pc:spChg>
      </pc:sldChg>
      <pc:sldChg chg="modSp add del">
        <pc:chgData name="JIAHUA WANG" userId="445c6c4e8400985e" providerId="Windows Live" clId="Web-{B06F37CD-950C-0A2A-DC99-4155F673A6A9}" dt="2026-02-12T01:38:25.760" v="104"/>
        <pc:sldMkLst>
          <pc:docMk/>
          <pc:sldMk cId="2656450608" sldId="285"/>
        </pc:sldMkLst>
        <pc:spChg chg="mod">
          <ac:chgData name="JIAHUA WANG" userId="445c6c4e8400985e" providerId="Windows Live" clId="Web-{B06F37CD-950C-0A2A-DC99-4155F673A6A9}" dt="2026-02-12T01:38:13.134" v="100" actId="20577"/>
          <ac:spMkLst>
            <pc:docMk/>
            <pc:sldMk cId="2656450608" sldId="285"/>
            <ac:spMk id="2" creationId="{81D6F40E-43C5-F5D4-C642-4E8A3052E019}"/>
          </ac:spMkLst>
        </pc:spChg>
      </pc:sldChg>
      <pc:sldChg chg="modSp add del">
        <pc:chgData name="JIAHUA WANG" userId="445c6c4e8400985e" providerId="Windows Live" clId="Web-{B06F37CD-950C-0A2A-DC99-4155F673A6A9}" dt="2026-02-12T01:38:25.791" v="105"/>
        <pc:sldMkLst>
          <pc:docMk/>
          <pc:sldMk cId="917040770" sldId="286"/>
        </pc:sldMkLst>
        <pc:spChg chg="mod">
          <ac:chgData name="JIAHUA WANG" userId="445c6c4e8400985e" providerId="Windows Live" clId="Web-{B06F37CD-950C-0A2A-DC99-4155F673A6A9}" dt="2026-02-12T01:38:16.009" v="101" actId="20577"/>
          <ac:spMkLst>
            <pc:docMk/>
            <pc:sldMk cId="917040770" sldId="286"/>
            <ac:spMk id="2" creationId="{475DDBB2-0BCB-D0AB-9C95-EFC32A58F2BB}"/>
          </ac:spMkLst>
        </pc:spChg>
      </pc:sldChg>
      <pc:sldChg chg="addSp delSp modSp">
        <pc:chgData name="JIAHUA WANG" userId="445c6c4e8400985e" providerId="Windows Live" clId="Web-{B06F37CD-950C-0A2A-DC99-4155F673A6A9}" dt="2026-02-12T01:39:28.967" v="118" actId="20577"/>
        <pc:sldMkLst>
          <pc:docMk/>
          <pc:sldMk cId="3414385235" sldId="291"/>
        </pc:sldMkLst>
        <pc:spChg chg="add mod">
          <ac:chgData name="JIAHUA WANG" userId="445c6c4e8400985e" providerId="Windows Live" clId="Web-{B06F37CD-950C-0A2A-DC99-4155F673A6A9}" dt="2026-02-12T01:37:54.711" v="98" actId="1076"/>
          <ac:spMkLst>
            <pc:docMk/>
            <pc:sldMk cId="3414385235" sldId="291"/>
            <ac:spMk id="2" creationId="{9275A499-AD39-0A4C-215B-EA2F291F30BD}"/>
          </ac:spMkLst>
        </pc:spChg>
        <pc:spChg chg="add mod">
          <ac:chgData name="JIAHUA WANG" userId="445c6c4e8400985e" providerId="Windows Live" clId="Web-{B06F37CD-950C-0A2A-DC99-4155F673A6A9}" dt="2026-02-12T01:35:18.671" v="51"/>
          <ac:spMkLst>
            <pc:docMk/>
            <pc:sldMk cId="3414385235" sldId="291"/>
            <ac:spMk id="5" creationId="{4D51DFC4-1967-8C86-2FD8-99EF29A8A76A}"/>
          </ac:spMkLst>
        </pc:spChg>
        <pc:spChg chg="add mod">
          <ac:chgData name="JIAHUA WANG" userId="445c6c4e8400985e" providerId="Windows Live" clId="Web-{B06F37CD-950C-0A2A-DC99-4155F673A6A9}" dt="2026-02-12T01:37:23.317" v="84" actId="1076"/>
          <ac:spMkLst>
            <pc:docMk/>
            <pc:sldMk cId="3414385235" sldId="291"/>
            <ac:spMk id="6" creationId="{6BE393AF-2CEE-CEF3-0F95-3CE25682DE85}"/>
          </ac:spMkLst>
        </pc:spChg>
        <pc:spChg chg="add mod">
          <ac:chgData name="JIAHUA WANG" userId="445c6c4e8400985e" providerId="Windows Live" clId="Web-{B06F37CD-950C-0A2A-DC99-4155F673A6A9}" dt="2026-02-12T01:37:45.585" v="94" actId="1076"/>
          <ac:spMkLst>
            <pc:docMk/>
            <pc:sldMk cId="3414385235" sldId="291"/>
            <ac:spMk id="7" creationId="{9CA91B28-4DBD-2F6C-860B-1F17BE3CAADF}"/>
          </ac:spMkLst>
        </pc:spChg>
        <pc:spChg chg="add mod">
          <ac:chgData name="JIAHUA WANG" userId="445c6c4e8400985e" providerId="Windows Live" clId="Web-{B06F37CD-950C-0A2A-DC99-4155F673A6A9}" dt="2026-02-12T01:37:57.961" v="99" actId="1076"/>
          <ac:spMkLst>
            <pc:docMk/>
            <pc:sldMk cId="3414385235" sldId="291"/>
            <ac:spMk id="8" creationId="{2B4FB4FA-8E41-07BD-8FD8-FB089040AA6A}"/>
          </ac:spMkLst>
        </pc:spChg>
        <pc:spChg chg="add mod">
          <ac:chgData name="JIAHUA WANG" userId="445c6c4e8400985e" providerId="Windows Live" clId="Web-{B06F37CD-950C-0A2A-DC99-4155F673A6A9}" dt="2026-02-12T01:39:01.762" v="112" actId="1076"/>
          <ac:spMkLst>
            <pc:docMk/>
            <pc:sldMk cId="3414385235" sldId="291"/>
            <ac:spMk id="10" creationId="{E5DA7D78-54B8-E6A7-11B7-F327D463214B}"/>
          </ac:spMkLst>
        </pc:spChg>
        <pc:spChg chg="mod">
          <ac:chgData name="JIAHUA WANG" userId="445c6c4e8400985e" providerId="Windows Live" clId="Web-{B06F37CD-950C-0A2A-DC99-4155F673A6A9}" dt="2026-02-12T01:36:01.593" v="61" actId="1076"/>
          <ac:spMkLst>
            <pc:docMk/>
            <pc:sldMk cId="3414385235" sldId="291"/>
            <ac:spMk id="13" creationId="{75952814-7F17-4C35-016F-8A8EB439393F}"/>
          </ac:spMkLst>
        </pc:spChg>
        <pc:spChg chg="add mod">
          <ac:chgData name="JIAHUA WANG" userId="445c6c4e8400985e" providerId="Windows Live" clId="Web-{B06F37CD-950C-0A2A-DC99-4155F673A6A9}" dt="2026-02-12T01:39:28.967" v="118" actId="20577"/>
          <ac:spMkLst>
            <pc:docMk/>
            <pc:sldMk cId="3414385235" sldId="291"/>
            <ac:spMk id="15" creationId="{AE5EADD6-9DAE-4A84-DFC8-AE40B77CE764}"/>
          </ac:spMkLst>
        </pc:spChg>
        <pc:spChg chg="mod">
          <ac:chgData name="JIAHUA WANG" userId="445c6c4e8400985e" providerId="Windows Live" clId="Web-{B06F37CD-950C-0A2A-DC99-4155F673A6A9}" dt="2026-02-12T01:39:08.638" v="113" actId="14100"/>
          <ac:spMkLst>
            <pc:docMk/>
            <pc:sldMk cId="3414385235" sldId="291"/>
            <ac:spMk id="24" creationId="{B9EBA3B1-6FEC-AC4A-9A04-1CBFFFDE11CD}"/>
          </ac:spMkLst>
        </pc:spChg>
        <pc:spChg chg="mod">
          <ac:chgData name="JIAHUA WANG" userId="445c6c4e8400985e" providerId="Windows Live" clId="Web-{B06F37CD-950C-0A2A-DC99-4155F673A6A9}" dt="2026-02-12T01:35:48.624" v="58" actId="1076"/>
          <ac:spMkLst>
            <pc:docMk/>
            <pc:sldMk cId="3414385235" sldId="291"/>
            <ac:spMk id="31" creationId="{020B284D-3038-6FF0-2B3E-E39D369A0B03}"/>
          </ac:spMkLst>
        </pc:spChg>
      </pc:sldChg>
      <pc:sldChg chg="modSp new">
        <pc:chgData name="JIAHUA WANG" userId="445c6c4e8400985e" providerId="Windows Live" clId="Web-{B06F37CD-950C-0A2A-DC99-4155F673A6A9}" dt="2026-02-12T01:40:33.001" v="143" actId="20577"/>
        <pc:sldMkLst>
          <pc:docMk/>
          <pc:sldMk cId="3638068624" sldId="292"/>
        </pc:sldMkLst>
        <pc:spChg chg="mod">
          <ac:chgData name="JIAHUA WANG" userId="445c6c4e8400985e" providerId="Windows Live" clId="Web-{B06F37CD-950C-0A2A-DC99-4155F673A6A9}" dt="2026-02-12T01:39:51.859" v="125" actId="20577"/>
          <ac:spMkLst>
            <pc:docMk/>
            <pc:sldMk cId="3638068624" sldId="292"/>
            <ac:spMk id="2" creationId="{FCB34BA6-DC47-F984-19B3-6ACC397FA9C2}"/>
          </ac:spMkLst>
        </pc:spChg>
        <pc:spChg chg="mod">
          <ac:chgData name="JIAHUA WANG" userId="445c6c4e8400985e" providerId="Windows Live" clId="Web-{B06F37CD-950C-0A2A-DC99-4155F673A6A9}" dt="2026-02-12T01:40:33.001" v="143" actId="20577"/>
          <ac:spMkLst>
            <pc:docMk/>
            <pc:sldMk cId="3638068624" sldId="292"/>
            <ac:spMk id="3" creationId="{8176AE99-7726-8930-F55A-69799292DDD5}"/>
          </ac:spMkLst>
        </pc:spChg>
      </pc:sldChg>
    </pc:docChg>
  </pc:docChgLst>
  <pc:docChgLst>
    <pc:chgData name="JIAHUA WANG" userId="445c6c4e8400985e" providerId="Windows Live" clId="Web-{495AA593-7AD6-ACF5-EF7F-4C2ECBAEDDA8}"/>
    <pc:docChg chg="addSld delSld modSld sldOrd">
      <pc:chgData name="JIAHUA WANG" userId="445c6c4e8400985e" providerId="Windows Live" clId="Web-{495AA593-7AD6-ACF5-EF7F-4C2ECBAEDDA8}" dt="2026-02-12T05:55:39.909" v="1024" actId="20577"/>
      <pc:docMkLst>
        <pc:docMk/>
      </pc:docMkLst>
      <pc:sldChg chg="modSp">
        <pc:chgData name="JIAHUA WANG" userId="445c6c4e8400985e" providerId="Windows Live" clId="Web-{495AA593-7AD6-ACF5-EF7F-4C2ECBAEDDA8}" dt="2026-02-12T05:32:33.567" v="988" actId="1076"/>
        <pc:sldMkLst>
          <pc:docMk/>
          <pc:sldMk cId="893804366" sldId="260"/>
        </pc:sldMkLst>
        <pc:picChg chg="mod">
          <ac:chgData name="JIAHUA WANG" userId="445c6c4e8400985e" providerId="Windows Live" clId="Web-{495AA593-7AD6-ACF5-EF7F-4C2ECBAEDDA8}" dt="2026-02-12T05:32:33.567" v="988" actId="1076"/>
          <ac:picMkLst>
            <pc:docMk/>
            <pc:sldMk cId="893804366" sldId="260"/>
            <ac:picMk id="8" creationId="{43DEFB5F-5D9C-17EE-9EDE-C6455D063CC9}"/>
          </ac:picMkLst>
        </pc:picChg>
      </pc:sldChg>
      <pc:sldChg chg="addSp delSp modSp">
        <pc:chgData name="JIAHUA WANG" userId="445c6c4e8400985e" providerId="Windows Live" clId="Web-{495AA593-7AD6-ACF5-EF7F-4C2ECBAEDDA8}" dt="2026-02-12T04:50:08.874" v="546" actId="14100"/>
        <pc:sldMkLst>
          <pc:docMk/>
          <pc:sldMk cId="855658538" sldId="268"/>
        </pc:sldMkLst>
        <pc:spChg chg="mod">
          <ac:chgData name="JIAHUA WANG" userId="445c6c4e8400985e" providerId="Windows Live" clId="Web-{495AA593-7AD6-ACF5-EF7F-4C2ECBAEDDA8}" dt="2026-02-12T04:31:19.357" v="251" actId="14100"/>
          <ac:spMkLst>
            <pc:docMk/>
            <pc:sldMk cId="855658538" sldId="268"/>
            <ac:spMk id="24" creationId="{92056F3A-2A6F-0F40-09B6-2FD25E16F3F6}"/>
          </ac:spMkLst>
        </pc:spChg>
        <pc:spChg chg="add mod">
          <ac:chgData name="JIAHUA WANG" userId="445c6c4e8400985e" providerId="Windows Live" clId="Web-{495AA593-7AD6-ACF5-EF7F-4C2ECBAEDDA8}" dt="2026-02-12T04:32:03.686" v="265" actId="20577"/>
          <ac:spMkLst>
            <pc:docMk/>
            <pc:sldMk cId="855658538" sldId="268"/>
            <ac:spMk id="26" creationId="{4DFC590D-E231-D7A0-093D-21DF7174E9B1}"/>
          </ac:spMkLst>
        </pc:spChg>
        <pc:spChg chg="mod">
          <ac:chgData name="JIAHUA WANG" userId="445c6c4e8400985e" providerId="Windows Live" clId="Web-{495AA593-7AD6-ACF5-EF7F-4C2ECBAEDDA8}" dt="2026-02-12T04:47:25.852" v="521" actId="1076"/>
          <ac:spMkLst>
            <pc:docMk/>
            <pc:sldMk cId="855658538" sldId="268"/>
            <ac:spMk id="40" creationId="{8415AC6A-221D-57DA-E25D-25B112FE9B2D}"/>
          </ac:spMkLst>
        </pc:spChg>
        <pc:spChg chg="add del mod">
          <ac:chgData name="JIAHUA WANG" userId="445c6c4e8400985e" providerId="Windows Live" clId="Web-{495AA593-7AD6-ACF5-EF7F-4C2ECBAEDDA8}" dt="2026-02-12T04:44:58.436" v="477" actId="1076"/>
          <ac:spMkLst>
            <pc:docMk/>
            <pc:sldMk cId="855658538" sldId="268"/>
            <ac:spMk id="46" creationId="{4B8D30DD-E354-B5AC-DF51-63711DB1373F}"/>
          </ac:spMkLst>
        </pc:spChg>
        <pc:spChg chg="mod">
          <ac:chgData name="JIAHUA WANG" userId="445c6c4e8400985e" providerId="Windows Live" clId="Web-{495AA593-7AD6-ACF5-EF7F-4C2ECBAEDDA8}" dt="2026-02-12T04:47:23.586" v="520" actId="1076"/>
          <ac:spMkLst>
            <pc:docMk/>
            <pc:sldMk cId="855658538" sldId="268"/>
            <ac:spMk id="47" creationId="{8C6AC820-AAA9-42CF-32D7-17D197384B83}"/>
          </ac:spMkLst>
        </pc:spChg>
        <pc:spChg chg="add mod ord">
          <ac:chgData name="JIAHUA WANG" userId="445c6c4e8400985e" providerId="Windows Live" clId="Web-{495AA593-7AD6-ACF5-EF7F-4C2ECBAEDDA8}" dt="2026-02-12T04:44:58.373" v="476" actId="1076"/>
          <ac:spMkLst>
            <pc:docMk/>
            <pc:sldMk cId="855658538" sldId="268"/>
            <ac:spMk id="48" creationId="{2D303FB1-F707-3CAE-AB52-BD267F141212}"/>
          </ac:spMkLst>
        </pc:spChg>
        <pc:spChg chg="add mod">
          <ac:chgData name="JIAHUA WANG" userId="445c6c4e8400985e" providerId="Windows Live" clId="Web-{495AA593-7AD6-ACF5-EF7F-4C2ECBAEDDA8}" dt="2026-02-12T04:46:33.896" v="514" actId="1076"/>
          <ac:spMkLst>
            <pc:docMk/>
            <pc:sldMk cId="855658538" sldId="268"/>
            <ac:spMk id="49" creationId="{D189804D-74CB-0451-3562-61E94B2BFB94}"/>
          </ac:spMkLst>
        </pc:spChg>
        <pc:spChg chg="add mod">
          <ac:chgData name="JIAHUA WANG" userId="445c6c4e8400985e" providerId="Windows Live" clId="Web-{495AA593-7AD6-ACF5-EF7F-4C2ECBAEDDA8}" dt="2026-02-12T04:44:58.545" v="479" actId="1076"/>
          <ac:spMkLst>
            <pc:docMk/>
            <pc:sldMk cId="855658538" sldId="268"/>
            <ac:spMk id="50" creationId="{0639843F-8423-78E3-B1E0-74B8ACA99F78}"/>
          </ac:spMkLst>
        </pc:spChg>
        <pc:spChg chg="add mod">
          <ac:chgData name="JIAHUA WANG" userId="445c6c4e8400985e" providerId="Windows Live" clId="Web-{495AA593-7AD6-ACF5-EF7F-4C2ECBAEDDA8}" dt="2026-02-12T04:45:04.389" v="481" actId="1076"/>
          <ac:spMkLst>
            <pc:docMk/>
            <pc:sldMk cId="855658538" sldId="268"/>
            <ac:spMk id="52" creationId="{B0FF0605-F9EC-3F15-352E-6C6068FD2681}"/>
          </ac:spMkLst>
        </pc:spChg>
        <pc:spChg chg="mod">
          <ac:chgData name="JIAHUA WANG" userId="445c6c4e8400985e" providerId="Windows Live" clId="Web-{495AA593-7AD6-ACF5-EF7F-4C2ECBAEDDA8}" dt="2026-02-12T04:49:16.278" v="533" actId="14100"/>
          <ac:spMkLst>
            <pc:docMk/>
            <pc:sldMk cId="855658538" sldId="268"/>
            <ac:spMk id="55" creationId="{9BA68ED1-1F70-6994-B3D0-FF2EF4556B10}"/>
          </ac:spMkLst>
        </pc:spChg>
        <pc:spChg chg="mod">
          <ac:chgData name="JIAHUA WANG" userId="445c6c4e8400985e" providerId="Windows Live" clId="Web-{495AA593-7AD6-ACF5-EF7F-4C2ECBAEDDA8}" dt="2026-02-12T04:47:13.585" v="518" actId="1076"/>
          <ac:spMkLst>
            <pc:docMk/>
            <pc:sldMk cId="855658538" sldId="268"/>
            <ac:spMk id="57" creationId="{D14D2EC8-EA06-B1BE-8BCA-DA6AB036216A}"/>
          </ac:spMkLst>
        </pc:spChg>
        <pc:spChg chg="mod">
          <ac:chgData name="JIAHUA WANG" userId="445c6c4e8400985e" providerId="Windows Live" clId="Web-{495AA593-7AD6-ACF5-EF7F-4C2ECBAEDDA8}" dt="2026-02-12T04:47:33.696" v="523" actId="1076"/>
          <ac:spMkLst>
            <pc:docMk/>
            <pc:sldMk cId="855658538" sldId="268"/>
            <ac:spMk id="58" creationId="{48728D75-ACDD-2E01-E6C3-1BC03419981F}"/>
          </ac:spMkLst>
        </pc:spChg>
        <pc:spChg chg="add mod">
          <ac:chgData name="JIAHUA WANG" userId="445c6c4e8400985e" providerId="Windows Live" clId="Web-{495AA593-7AD6-ACF5-EF7F-4C2ECBAEDDA8}" dt="2026-02-12T04:45:56.643" v="504" actId="1076"/>
          <ac:spMkLst>
            <pc:docMk/>
            <pc:sldMk cId="855658538" sldId="268"/>
            <ac:spMk id="59" creationId="{C3A1B57E-245C-CA35-E769-FD9735668068}"/>
          </ac:spMkLst>
        </pc:spChg>
        <pc:spChg chg="add mod">
          <ac:chgData name="JIAHUA WANG" userId="445c6c4e8400985e" providerId="Windows Live" clId="Web-{495AA593-7AD6-ACF5-EF7F-4C2ECBAEDDA8}" dt="2026-02-12T04:46:03.940" v="507" actId="1076"/>
          <ac:spMkLst>
            <pc:docMk/>
            <pc:sldMk cId="855658538" sldId="268"/>
            <ac:spMk id="61" creationId="{2240F437-B7D8-15B3-687F-89BD2C06C991}"/>
          </ac:spMkLst>
        </pc:spChg>
        <pc:spChg chg="add mod">
          <ac:chgData name="JIAHUA WANG" userId="445c6c4e8400985e" providerId="Windows Live" clId="Web-{495AA593-7AD6-ACF5-EF7F-4C2ECBAEDDA8}" dt="2026-02-12T04:46:04.003" v="508" actId="1076"/>
          <ac:spMkLst>
            <pc:docMk/>
            <pc:sldMk cId="855658538" sldId="268"/>
            <ac:spMk id="64" creationId="{442AC77D-C448-D804-275D-68D59385DAF0}"/>
          </ac:spMkLst>
        </pc:spChg>
        <pc:spChg chg="add mod">
          <ac:chgData name="JIAHUA WANG" userId="445c6c4e8400985e" providerId="Windows Live" clId="Web-{495AA593-7AD6-ACF5-EF7F-4C2ECBAEDDA8}" dt="2026-02-12T04:50:08.874" v="546" actId="14100"/>
          <ac:spMkLst>
            <pc:docMk/>
            <pc:sldMk cId="855658538" sldId="268"/>
            <ac:spMk id="66" creationId="{35AE3E73-4860-5280-0C1A-27B76150C5A8}"/>
          </ac:spMkLst>
        </pc:spChg>
        <pc:spChg chg="mod">
          <ac:chgData name="JIAHUA WANG" userId="445c6c4e8400985e" providerId="Windows Live" clId="Web-{495AA593-7AD6-ACF5-EF7F-4C2ECBAEDDA8}" dt="2026-02-12T04:46:11.613" v="510" actId="1076"/>
          <ac:spMkLst>
            <pc:docMk/>
            <pc:sldMk cId="855658538" sldId="268"/>
            <ac:spMk id="67" creationId="{55C74260-89ED-13D8-D6D9-47B5DE04BAE4}"/>
          </ac:spMkLst>
        </pc:spChg>
        <pc:spChg chg="mod">
          <ac:chgData name="JIAHUA WANG" userId="445c6c4e8400985e" providerId="Windows Live" clId="Web-{495AA593-7AD6-ACF5-EF7F-4C2ECBAEDDA8}" dt="2026-02-12T04:45:00.951" v="480" actId="1076"/>
          <ac:spMkLst>
            <pc:docMk/>
            <pc:sldMk cId="855658538" sldId="268"/>
            <ac:spMk id="70" creationId="{94E8A37F-022C-D955-83B0-02D7521335DD}"/>
          </ac:spMkLst>
        </pc:spChg>
        <pc:spChg chg="mod">
          <ac:chgData name="JIAHUA WANG" userId="445c6c4e8400985e" providerId="Windows Live" clId="Web-{495AA593-7AD6-ACF5-EF7F-4C2ECBAEDDA8}" dt="2026-02-12T04:49:20.888" v="534" actId="14100"/>
          <ac:spMkLst>
            <pc:docMk/>
            <pc:sldMk cId="855658538" sldId="268"/>
            <ac:spMk id="72" creationId="{F988327E-CD5E-8842-6EE4-400F1212D250}"/>
          </ac:spMkLst>
        </pc:spChg>
        <pc:spChg chg="mod">
          <ac:chgData name="JIAHUA WANG" userId="445c6c4e8400985e" providerId="Windows Live" clId="Web-{495AA593-7AD6-ACF5-EF7F-4C2ECBAEDDA8}" dt="2026-02-12T04:46:39.599" v="515" actId="1076"/>
          <ac:spMkLst>
            <pc:docMk/>
            <pc:sldMk cId="855658538" sldId="268"/>
            <ac:spMk id="75" creationId="{34298267-1836-CCED-D4D9-1EFC82BD3F8D}"/>
          </ac:spMkLst>
        </pc:spChg>
        <pc:graphicFrameChg chg="mod modGraphic">
          <ac:chgData name="JIAHUA WANG" userId="445c6c4e8400985e" providerId="Windows Live" clId="Web-{495AA593-7AD6-ACF5-EF7F-4C2ECBAEDDA8}" dt="2026-02-12T04:45:46.908" v="503"/>
          <ac:graphicFrameMkLst>
            <pc:docMk/>
            <pc:sldMk cId="855658538" sldId="268"/>
            <ac:graphicFrameMk id="37" creationId="{F8BD5D34-F00A-4979-8924-481E53B3C810}"/>
          </ac:graphicFrameMkLst>
        </pc:graphicFrameChg>
        <pc:picChg chg="add mod">
          <ac:chgData name="JIAHUA WANG" userId="445c6c4e8400985e" providerId="Windows Live" clId="Web-{495AA593-7AD6-ACF5-EF7F-4C2ECBAEDDA8}" dt="2026-02-12T04:31:53.451" v="258" actId="1076"/>
          <ac:picMkLst>
            <pc:docMk/>
            <pc:sldMk cId="855658538" sldId="268"/>
            <ac:picMk id="20" creationId="{485A9B33-845E-B398-7D5A-5762BF1120AA}"/>
          </ac:picMkLst>
        </pc:picChg>
        <pc:picChg chg="add mod">
          <ac:chgData name="JIAHUA WANG" userId="445c6c4e8400985e" providerId="Windows Live" clId="Web-{495AA593-7AD6-ACF5-EF7F-4C2ECBAEDDA8}" dt="2026-02-12T04:40:05.581" v="404" actId="1076"/>
          <ac:picMkLst>
            <pc:docMk/>
            <pc:sldMk cId="855658538" sldId="268"/>
            <ac:picMk id="27" creationId="{3BFBC5D0-1A25-F991-882A-0689459E9E7B}"/>
          </ac:picMkLst>
        </pc:picChg>
      </pc:sldChg>
      <pc:sldChg chg="modSp">
        <pc:chgData name="JIAHUA WANG" userId="445c6c4e8400985e" providerId="Windows Live" clId="Web-{495AA593-7AD6-ACF5-EF7F-4C2ECBAEDDA8}" dt="2026-02-12T05:39:41.469" v="1018" actId="14100"/>
        <pc:sldMkLst>
          <pc:docMk/>
          <pc:sldMk cId="391375059" sldId="279"/>
        </pc:sldMkLst>
        <pc:spChg chg="mod">
          <ac:chgData name="JIAHUA WANG" userId="445c6c4e8400985e" providerId="Windows Live" clId="Web-{495AA593-7AD6-ACF5-EF7F-4C2ECBAEDDA8}" dt="2026-02-12T05:39:41.469" v="1018" actId="14100"/>
          <ac:spMkLst>
            <pc:docMk/>
            <pc:sldMk cId="391375059" sldId="279"/>
            <ac:spMk id="24" creationId="{BD7719A2-9711-C643-28E1-E4A97CA06DC5}"/>
          </ac:spMkLst>
        </pc:spChg>
        <pc:spChg chg="mod">
          <ac:chgData name="JIAHUA WANG" userId="445c6c4e8400985e" providerId="Windows Live" clId="Web-{495AA593-7AD6-ACF5-EF7F-4C2ECBAEDDA8}" dt="2026-02-12T04:25:38.159" v="128" actId="1076"/>
          <ac:spMkLst>
            <pc:docMk/>
            <pc:sldMk cId="391375059" sldId="279"/>
            <ac:spMk id="43" creationId="{88A88310-FC22-BF3E-D707-20DD0E4F16B1}"/>
          </ac:spMkLst>
        </pc:spChg>
      </pc:sldChg>
      <pc:sldChg chg="modSp">
        <pc:chgData name="JIAHUA WANG" userId="445c6c4e8400985e" providerId="Windows Live" clId="Web-{495AA593-7AD6-ACF5-EF7F-4C2ECBAEDDA8}" dt="2026-02-12T05:34:10.708" v="1017" actId="20577"/>
        <pc:sldMkLst>
          <pc:docMk/>
          <pc:sldMk cId="2656450608" sldId="285"/>
        </pc:sldMkLst>
        <pc:spChg chg="mod">
          <ac:chgData name="JIAHUA WANG" userId="445c6c4e8400985e" providerId="Windows Live" clId="Web-{495AA593-7AD6-ACF5-EF7F-4C2ECBAEDDA8}" dt="2026-02-12T05:34:10.708" v="1017" actId="20577"/>
          <ac:spMkLst>
            <pc:docMk/>
            <pc:sldMk cId="2656450608" sldId="285"/>
            <ac:spMk id="3" creationId="{506EC9DC-8DA6-7FEC-3AC0-3352457FBBCB}"/>
          </ac:spMkLst>
        </pc:spChg>
      </pc:sldChg>
      <pc:sldChg chg="modSp">
        <pc:chgData name="JIAHUA WANG" userId="445c6c4e8400985e" providerId="Windows Live" clId="Web-{495AA593-7AD6-ACF5-EF7F-4C2ECBAEDDA8}" dt="2026-02-12T05:55:39.909" v="1024" actId="20577"/>
        <pc:sldMkLst>
          <pc:docMk/>
          <pc:sldMk cId="917040770" sldId="286"/>
        </pc:sldMkLst>
        <pc:spChg chg="mod">
          <ac:chgData name="JIAHUA WANG" userId="445c6c4e8400985e" providerId="Windows Live" clId="Web-{495AA593-7AD6-ACF5-EF7F-4C2ECBAEDDA8}" dt="2026-02-12T05:55:39.909" v="1024" actId="20577"/>
          <ac:spMkLst>
            <pc:docMk/>
            <pc:sldMk cId="917040770" sldId="286"/>
            <ac:spMk id="3" creationId="{7846DBB2-C822-B860-B164-B46A18DAB7E3}"/>
          </ac:spMkLst>
        </pc:spChg>
      </pc:sldChg>
      <pc:sldChg chg="delSp modSp">
        <pc:chgData name="JIAHUA WANG" userId="445c6c4e8400985e" providerId="Windows Live" clId="Web-{495AA593-7AD6-ACF5-EF7F-4C2ECBAEDDA8}" dt="2026-02-12T05:10:12.071" v="935" actId="14100"/>
        <pc:sldMkLst>
          <pc:docMk/>
          <pc:sldMk cId="1944572442" sldId="287"/>
        </pc:sldMkLst>
        <pc:spChg chg="mod">
          <ac:chgData name="JIAHUA WANG" userId="445c6c4e8400985e" providerId="Windows Live" clId="Web-{495AA593-7AD6-ACF5-EF7F-4C2ECBAEDDA8}" dt="2026-02-12T05:10:12.071" v="935" actId="14100"/>
          <ac:spMkLst>
            <pc:docMk/>
            <pc:sldMk cId="1944572442" sldId="287"/>
            <ac:spMk id="28" creationId="{E7E8DA09-4592-7BE1-3AE8-626D6FEFAE28}"/>
          </ac:spMkLst>
        </pc:spChg>
        <pc:spChg chg="mod">
          <ac:chgData name="JIAHUA WANG" userId="445c6c4e8400985e" providerId="Windows Live" clId="Web-{495AA593-7AD6-ACF5-EF7F-4C2ECBAEDDA8}" dt="2026-02-12T05:10:05.821" v="930" actId="1076"/>
          <ac:spMkLst>
            <pc:docMk/>
            <pc:sldMk cId="1944572442" sldId="287"/>
            <ac:spMk id="39" creationId="{447F30CD-370D-2F60-4F9C-4B7C5CCCD4FF}"/>
          </ac:spMkLst>
        </pc:spChg>
      </pc:sldChg>
      <pc:sldChg chg="addSp delSp modSp">
        <pc:chgData name="JIAHUA WANG" userId="445c6c4e8400985e" providerId="Windows Live" clId="Web-{495AA593-7AD6-ACF5-EF7F-4C2ECBAEDDA8}" dt="2026-02-12T05:11:22.291" v="971" actId="1076"/>
        <pc:sldMkLst>
          <pc:docMk/>
          <pc:sldMk cId="3627035957" sldId="288"/>
        </pc:sldMkLst>
        <pc:spChg chg="add mod">
          <ac:chgData name="JIAHUA WANG" userId="445c6c4e8400985e" providerId="Windows Live" clId="Web-{495AA593-7AD6-ACF5-EF7F-4C2ECBAEDDA8}" dt="2026-02-12T05:10:57.603" v="953" actId="14100"/>
          <ac:spMkLst>
            <pc:docMk/>
            <pc:sldMk cId="3627035957" sldId="288"/>
            <ac:spMk id="20" creationId="{9BB251CD-C24B-121E-ACCD-4060CBCBECD5}"/>
          </ac:spMkLst>
        </pc:spChg>
        <pc:spChg chg="add mod">
          <ac:chgData name="JIAHUA WANG" userId="445c6c4e8400985e" providerId="Windows Live" clId="Web-{495AA593-7AD6-ACF5-EF7F-4C2ECBAEDDA8}" dt="2026-02-12T05:11:03.728" v="955" actId="1076"/>
          <ac:spMkLst>
            <pc:docMk/>
            <pc:sldMk cId="3627035957" sldId="288"/>
            <ac:spMk id="28" creationId="{5D697833-720E-0332-8BF0-3F97C7FE02C2}"/>
          </ac:spMkLst>
        </pc:spChg>
        <pc:spChg chg="add mod">
          <ac:chgData name="JIAHUA WANG" userId="445c6c4e8400985e" providerId="Windows Live" clId="Web-{495AA593-7AD6-ACF5-EF7F-4C2ECBAEDDA8}" dt="2026-02-12T05:11:13.025" v="958" actId="1076"/>
          <ac:spMkLst>
            <pc:docMk/>
            <pc:sldMk cId="3627035957" sldId="288"/>
            <ac:spMk id="33" creationId="{4FB1D177-506A-1DAD-8750-84264DFE284A}"/>
          </ac:spMkLst>
        </pc:spChg>
        <pc:spChg chg="add mod">
          <ac:chgData name="JIAHUA WANG" userId="445c6c4e8400985e" providerId="Windows Live" clId="Web-{495AA593-7AD6-ACF5-EF7F-4C2ECBAEDDA8}" dt="2026-02-12T05:11:13.041" v="959" actId="1076"/>
          <ac:spMkLst>
            <pc:docMk/>
            <pc:sldMk cId="3627035957" sldId="288"/>
            <ac:spMk id="35" creationId="{F98D1807-D483-357F-1FB9-F6BDF7D8023A}"/>
          </ac:spMkLst>
        </pc:spChg>
        <pc:spChg chg="add mod">
          <ac:chgData name="JIAHUA WANG" userId="445c6c4e8400985e" providerId="Windows Live" clId="Web-{495AA593-7AD6-ACF5-EF7F-4C2ECBAEDDA8}" dt="2026-02-12T05:11:16.447" v="962" actId="1076"/>
          <ac:spMkLst>
            <pc:docMk/>
            <pc:sldMk cId="3627035957" sldId="288"/>
            <ac:spMk id="36" creationId="{582C0FD5-A61A-AAED-481F-FBD7B7939951}"/>
          </ac:spMkLst>
        </pc:spChg>
        <pc:spChg chg="add mod">
          <ac:chgData name="JIAHUA WANG" userId="445c6c4e8400985e" providerId="Windows Live" clId="Web-{495AA593-7AD6-ACF5-EF7F-4C2ECBAEDDA8}" dt="2026-02-12T05:11:16.463" v="963" actId="1076"/>
          <ac:spMkLst>
            <pc:docMk/>
            <pc:sldMk cId="3627035957" sldId="288"/>
            <ac:spMk id="37" creationId="{E98CBDEA-A46E-16D1-4C6F-A219385AD5F0}"/>
          </ac:spMkLst>
        </pc:spChg>
        <pc:spChg chg="add mod">
          <ac:chgData name="JIAHUA WANG" userId="445c6c4e8400985e" providerId="Windows Live" clId="Web-{495AA593-7AD6-ACF5-EF7F-4C2ECBAEDDA8}" dt="2026-02-12T05:11:19.416" v="966" actId="1076"/>
          <ac:spMkLst>
            <pc:docMk/>
            <pc:sldMk cId="3627035957" sldId="288"/>
            <ac:spMk id="39" creationId="{2AD3652B-4D2F-1122-0544-86CC1CF35D85}"/>
          </ac:spMkLst>
        </pc:spChg>
        <pc:spChg chg="add mod">
          <ac:chgData name="JIAHUA WANG" userId="445c6c4e8400985e" providerId="Windows Live" clId="Web-{495AA593-7AD6-ACF5-EF7F-4C2ECBAEDDA8}" dt="2026-02-12T05:11:19.432" v="967" actId="1076"/>
          <ac:spMkLst>
            <pc:docMk/>
            <pc:sldMk cId="3627035957" sldId="288"/>
            <ac:spMk id="40" creationId="{F4E3D2AE-6F75-5A11-4640-B30A09B2AA19}"/>
          </ac:spMkLst>
        </pc:spChg>
        <pc:spChg chg="add mod">
          <ac:chgData name="JIAHUA WANG" userId="445c6c4e8400985e" providerId="Windows Live" clId="Web-{495AA593-7AD6-ACF5-EF7F-4C2ECBAEDDA8}" dt="2026-02-12T05:11:22.260" v="970" actId="1076"/>
          <ac:spMkLst>
            <pc:docMk/>
            <pc:sldMk cId="3627035957" sldId="288"/>
            <ac:spMk id="41" creationId="{E004EE09-F0A8-354D-A7E6-B99553084027}"/>
          </ac:spMkLst>
        </pc:spChg>
        <pc:spChg chg="add mod">
          <ac:chgData name="JIAHUA WANG" userId="445c6c4e8400985e" providerId="Windows Live" clId="Web-{495AA593-7AD6-ACF5-EF7F-4C2ECBAEDDA8}" dt="2026-02-12T05:11:22.291" v="971" actId="1076"/>
          <ac:spMkLst>
            <pc:docMk/>
            <pc:sldMk cId="3627035957" sldId="288"/>
            <ac:spMk id="42" creationId="{FF8E699B-521A-E7E0-C4F2-2AA3123AE0BC}"/>
          </ac:spMkLst>
        </pc:spChg>
      </pc:sldChg>
      <pc:sldChg chg="addSp delSp modSp">
        <pc:chgData name="JIAHUA WANG" userId="445c6c4e8400985e" providerId="Windows Live" clId="Web-{495AA593-7AD6-ACF5-EF7F-4C2ECBAEDDA8}" dt="2026-02-12T05:11:57.354" v="987" actId="1076"/>
        <pc:sldMkLst>
          <pc:docMk/>
          <pc:sldMk cId="2974985221" sldId="289"/>
        </pc:sldMkLst>
        <pc:spChg chg="add mod">
          <ac:chgData name="JIAHUA WANG" userId="445c6c4e8400985e" providerId="Windows Live" clId="Web-{495AA593-7AD6-ACF5-EF7F-4C2ECBAEDDA8}" dt="2026-02-12T05:11:29.307" v="974" actId="1076"/>
          <ac:spMkLst>
            <pc:docMk/>
            <pc:sldMk cId="2974985221" sldId="289"/>
            <ac:spMk id="8" creationId="{9210BA27-BA90-55C4-059C-B34992EE81EC}"/>
          </ac:spMkLst>
        </pc:spChg>
        <pc:spChg chg="add mod">
          <ac:chgData name="JIAHUA WANG" userId="445c6c4e8400985e" providerId="Windows Live" clId="Web-{495AA593-7AD6-ACF5-EF7F-4C2ECBAEDDA8}" dt="2026-02-12T05:11:29.338" v="975" actId="1076"/>
          <ac:spMkLst>
            <pc:docMk/>
            <pc:sldMk cId="2974985221" sldId="289"/>
            <ac:spMk id="16" creationId="{4B81D957-7575-3A15-AE60-92FBD2E94236}"/>
          </ac:spMkLst>
        </pc:spChg>
        <pc:spChg chg="add mod">
          <ac:chgData name="JIAHUA WANG" userId="445c6c4e8400985e" providerId="Windows Live" clId="Web-{495AA593-7AD6-ACF5-EF7F-4C2ECBAEDDA8}" dt="2026-02-12T05:11:57.354" v="987" actId="1076"/>
          <ac:spMkLst>
            <pc:docMk/>
            <pc:sldMk cId="2974985221" sldId="289"/>
            <ac:spMk id="20" creationId="{124861F8-A4A3-3B2D-5F58-F129F6A23C96}"/>
          </ac:spMkLst>
        </pc:spChg>
        <pc:spChg chg="add mod">
          <ac:chgData name="JIAHUA WANG" userId="445c6c4e8400985e" providerId="Windows Live" clId="Web-{495AA593-7AD6-ACF5-EF7F-4C2ECBAEDDA8}" dt="2026-02-12T05:11:32.791" v="979" actId="1076"/>
          <ac:spMkLst>
            <pc:docMk/>
            <pc:sldMk cId="2974985221" sldId="289"/>
            <ac:spMk id="22" creationId="{5D8A0A90-CA66-C291-C567-3C6114648092}"/>
          </ac:spMkLst>
        </pc:spChg>
        <pc:spChg chg="add mod">
          <ac:chgData name="JIAHUA WANG" userId="445c6c4e8400985e" providerId="Windows Live" clId="Web-{495AA593-7AD6-ACF5-EF7F-4C2ECBAEDDA8}" dt="2026-02-12T05:11:37.526" v="982" actId="1076"/>
          <ac:spMkLst>
            <pc:docMk/>
            <pc:sldMk cId="2974985221" sldId="289"/>
            <ac:spMk id="23" creationId="{01F9607E-EB44-91F7-D4D6-26AE10A5152D}"/>
          </ac:spMkLst>
        </pc:spChg>
        <pc:spChg chg="add mod">
          <ac:chgData name="JIAHUA WANG" userId="445c6c4e8400985e" providerId="Windows Live" clId="Web-{495AA593-7AD6-ACF5-EF7F-4C2ECBAEDDA8}" dt="2026-02-12T05:11:37.557" v="983" actId="1076"/>
          <ac:spMkLst>
            <pc:docMk/>
            <pc:sldMk cId="2974985221" sldId="289"/>
            <ac:spMk id="32" creationId="{251F2EF5-2845-753F-704F-9E9B8D275D15}"/>
          </ac:spMkLst>
        </pc:spChg>
      </pc:sldChg>
      <pc:sldChg chg="modSp new ord">
        <pc:chgData name="JIAHUA WANG" userId="445c6c4e8400985e" providerId="Windows Live" clId="Web-{495AA593-7AD6-ACF5-EF7F-4C2ECBAEDDA8}" dt="2026-02-12T04:24:55.157" v="117"/>
        <pc:sldMkLst>
          <pc:docMk/>
          <pc:sldMk cId="3657322173" sldId="293"/>
        </pc:sldMkLst>
        <pc:spChg chg="mod">
          <ac:chgData name="JIAHUA WANG" userId="445c6c4e8400985e" providerId="Windows Live" clId="Web-{495AA593-7AD6-ACF5-EF7F-4C2ECBAEDDA8}" dt="2026-02-12T04:17:41.019" v="5" actId="20577"/>
          <ac:spMkLst>
            <pc:docMk/>
            <pc:sldMk cId="3657322173" sldId="293"/>
            <ac:spMk id="2" creationId="{A896E8B2-FB37-87CD-C835-7955EADC82B9}"/>
          </ac:spMkLst>
        </pc:spChg>
        <pc:spChg chg="mod">
          <ac:chgData name="JIAHUA WANG" userId="445c6c4e8400985e" providerId="Windows Live" clId="Web-{495AA593-7AD6-ACF5-EF7F-4C2ECBAEDDA8}" dt="2026-02-12T04:17:51.192" v="12" actId="20577"/>
          <ac:spMkLst>
            <pc:docMk/>
            <pc:sldMk cId="3657322173" sldId="293"/>
            <ac:spMk id="3" creationId="{4F6777F2-9802-13E5-8613-BDF43AC1DCF7}"/>
          </ac:spMkLst>
        </pc:spChg>
      </pc:sldChg>
      <pc:sldChg chg="modSp new ord">
        <pc:chgData name="JIAHUA WANG" userId="445c6c4e8400985e" providerId="Windows Live" clId="Web-{495AA593-7AD6-ACF5-EF7F-4C2ECBAEDDA8}" dt="2026-02-12T05:03:01.481" v="785" actId="20577"/>
        <pc:sldMkLst>
          <pc:docMk/>
          <pc:sldMk cId="1671115168" sldId="294"/>
        </pc:sldMkLst>
        <pc:spChg chg="mod">
          <ac:chgData name="JIAHUA WANG" userId="445c6c4e8400985e" providerId="Windows Live" clId="Web-{495AA593-7AD6-ACF5-EF7F-4C2ECBAEDDA8}" dt="2026-02-12T04:25:12.080" v="121" actId="20577"/>
          <ac:spMkLst>
            <pc:docMk/>
            <pc:sldMk cId="1671115168" sldId="294"/>
            <ac:spMk id="2" creationId="{AB922E13-F1E6-CA88-654B-A30F31AEEE00}"/>
          </ac:spMkLst>
        </pc:spChg>
        <pc:spChg chg="mod">
          <ac:chgData name="JIAHUA WANG" userId="445c6c4e8400985e" providerId="Windows Live" clId="Web-{495AA593-7AD6-ACF5-EF7F-4C2ECBAEDDA8}" dt="2026-02-12T05:03:01.481" v="785" actId="20577"/>
          <ac:spMkLst>
            <pc:docMk/>
            <pc:sldMk cId="1671115168" sldId="294"/>
            <ac:spMk id="3" creationId="{209F0ED5-3A15-253D-1329-65D351F006ED}"/>
          </ac:spMkLst>
        </pc:spChg>
      </pc:sldChg>
      <pc:sldChg chg="addSp delSp modSp new ord">
        <pc:chgData name="JIAHUA WANG" userId="445c6c4e8400985e" providerId="Windows Live" clId="Web-{495AA593-7AD6-ACF5-EF7F-4C2ECBAEDDA8}" dt="2026-02-12T04:26:02.191" v="138" actId="1076"/>
        <pc:sldMkLst>
          <pc:docMk/>
          <pc:sldMk cId="2044623483" sldId="295"/>
        </pc:sldMkLst>
        <pc:spChg chg="add">
          <ac:chgData name="JIAHUA WANG" userId="445c6c4e8400985e" providerId="Windows Live" clId="Web-{495AA593-7AD6-ACF5-EF7F-4C2ECBAEDDA8}" dt="2026-02-12T04:19:09.538" v="29"/>
          <ac:spMkLst>
            <pc:docMk/>
            <pc:sldMk cId="2044623483" sldId="295"/>
            <ac:spMk id="5" creationId="{BFFF2536-0579-A1F8-CB29-8D0BA9D87DF6}"/>
          </ac:spMkLst>
        </pc:spChg>
        <pc:spChg chg="add">
          <ac:chgData name="JIAHUA WANG" userId="445c6c4e8400985e" providerId="Windows Live" clId="Web-{495AA593-7AD6-ACF5-EF7F-4C2ECBAEDDA8}" dt="2026-02-12T04:19:19.945" v="34"/>
          <ac:spMkLst>
            <pc:docMk/>
            <pc:sldMk cId="2044623483" sldId="295"/>
            <ac:spMk id="14" creationId="{9FCD960F-52D0-5F59-C816-866C500AFEB0}"/>
          </ac:spMkLst>
        </pc:spChg>
        <pc:spChg chg="add mod">
          <ac:chgData name="JIAHUA WANG" userId="445c6c4e8400985e" providerId="Windows Live" clId="Web-{495AA593-7AD6-ACF5-EF7F-4C2ECBAEDDA8}" dt="2026-02-12T04:25:44.222" v="130" actId="14100"/>
          <ac:spMkLst>
            <pc:docMk/>
            <pc:sldMk cId="2044623483" sldId="295"/>
            <ac:spMk id="16" creationId="{F6B88E81-0254-F681-3345-B790AE2F8C82}"/>
          </ac:spMkLst>
        </pc:spChg>
        <pc:spChg chg="add mod">
          <ac:chgData name="JIAHUA WANG" userId="445c6c4e8400985e" providerId="Windows Live" clId="Web-{495AA593-7AD6-ACF5-EF7F-4C2ECBAEDDA8}" dt="2026-02-12T04:20:10.572" v="53" actId="14100"/>
          <ac:spMkLst>
            <pc:docMk/>
            <pc:sldMk cId="2044623483" sldId="295"/>
            <ac:spMk id="18" creationId="{1607D9E4-E86C-2F7C-3A79-C645066F1CE6}"/>
          </ac:spMkLst>
        </pc:spChg>
        <pc:spChg chg="add mod">
          <ac:chgData name="JIAHUA WANG" userId="445c6c4e8400985e" providerId="Windows Live" clId="Web-{495AA593-7AD6-ACF5-EF7F-4C2ECBAEDDA8}" dt="2026-02-12T04:26:02.191" v="138" actId="1076"/>
          <ac:spMkLst>
            <pc:docMk/>
            <pc:sldMk cId="2044623483" sldId="295"/>
            <ac:spMk id="23" creationId="{18394752-2D63-646A-6092-C88F4050818B}"/>
          </ac:spMkLst>
        </pc:spChg>
        <pc:spChg chg="add mod">
          <ac:chgData name="JIAHUA WANG" userId="445c6c4e8400985e" providerId="Windows Live" clId="Web-{495AA593-7AD6-ACF5-EF7F-4C2ECBAEDDA8}" dt="2026-02-12T04:24:30.562" v="114" actId="14100"/>
          <ac:spMkLst>
            <pc:docMk/>
            <pc:sldMk cId="2044623483" sldId="295"/>
            <ac:spMk id="24" creationId="{904B4A6A-5847-EC9F-2E53-19AF5D757CAA}"/>
          </ac:spMkLst>
        </pc:spChg>
        <pc:spChg chg="add mod">
          <ac:chgData name="JIAHUA WANG" userId="445c6c4e8400985e" providerId="Windows Live" clId="Web-{495AA593-7AD6-ACF5-EF7F-4C2ECBAEDDA8}" dt="2026-02-12T04:25:54.910" v="137" actId="1076"/>
          <ac:spMkLst>
            <pc:docMk/>
            <pc:sldMk cId="2044623483" sldId="295"/>
            <ac:spMk id="27" creationId="{0ED56063-5DE3-44AE-5502-C0BF27A770CC}"/>
          </ac:spMkLst>
        </pc:spChg>
        <pc:grpChg chg="add">
          <ac:chgData name="JIAHUA WANG" userId="445c6c4e8400985e" providerId="Windows Live" clId="Web-{495AA593-7AD6-ACF5-EF7F-4C2ECBAEDDA8}" dt="2026-02-12T04:19:19.929" v="33"/>
          <ac:grpSpMkLst>
            <pc:docMk/>
            <pc:sldMk cId="2044623483" sldId="295"/>
            <ac:grpSpMk id="12" creationId="{13DD24C1-6923-DE0D-164C-8F314A7AA014}"/>
          </ac:grpSpMkLst>
        </pc:grpChg>
        <pc:graphicFrameChg chg="add">
          <ac:chgData name="JIAHUA WANG" userId="445c6c4e8400985e" providerId="Windows Live" clId="Web-{495AA593-7AD6-ACF5-EF7F-4C2ECBAEDDA8}" dt="2026-02-12T04:19:09.554" v="30"/>
          <ac:graphicFrameMkLst>
            <pc:docMk/>
            <pc:sldMk cId="2044623483" sldId="295"/>
            <ac:graphicFrameMk id="7" creationId="{81FBEBB9-DBC4-7AFD-3185-E9405565F021}"/>
          </ac:graphicFrameMkLst>
        </pc:graphicFrameChg>
      </pc:sldChg>
      <pc:sldChg chg="addSp delSp modSp add del replId">
        <pc:chgData name="JIAHUA WANG" userId="445c6c4e8400985e" providerId="Windows Live" clId="Web-{495AA593-7AD6-ACF5-EF7F-4C2ECBAEDDA8}" dt="2026-02-12T05:09:25.696" v="924" actId="20577"/>
        <pc:sldMkLst>
          <pc:docMk/>
          <pc:sldMk cId="1874527627" sldId="299"/>
        </pc:sldMkLst>
        <pc:spChg chg="add mod">
          <ac:chgData name="JIAHUA WANG" userId="445c6c4e8400985e" providerId="Windows Live" clId="Web-{495AA593-7AD6-ACF5-EF7F-4C2ECBAEDDA8}" dt="2026-02-12T05:07:30.506" v="874" actId="1076"/>
          <ac:spMkLst>
            <pc:docMk/>
            <pc:sldMk cId="1874527627" sldId="299"/>
            <ac:spMk id="13" creationId="{5037BE66-0DE3-4354-15BF-C21168B47A32}"/>
          </ac:spMkLst>
        </pc:spChg>
        <pc:spChg chg="mod">
          <ac:chgData name="JIAHUA WANG" userId="445c6c4e8400985e" providerId="Windows Live" clId="Web-{495AA593-7AD6-ACF5-EF7F-4C2ECBAEDDA8}" dt="2026-02-12T05:07:30.475" v="872" actId="1076"/>
          <ac:spMkLst>
            <pc:docMk/>
            <pc:sldMk cId="1874527627" sldId="299"/>
            <ac:spMk id="15" creationId="{6BFC802C-7BE1-A094-C002-DCF23301A4A3}"/>
          </ac:spMkLst>
        </pc:spChg>
        <pc:spChg chg="add mod">
          <ac:chgData name="JIAHUA WANG" userId="445c6c4e8400985e" providerId="Windows Live" clId="Web-{495AA593-7AD6-ACF5-EF7F-4C2ECBAEDDA8}" dt="2026-02-12T05:07:30.553" v="879" actId="1076"/>
          <ac:spMkLst>
            <pc:docMk/>
            <pc:sldMk cId="1874527627" sldId="299"/>
            <ac:spMk id="17" creationId="{EB22D2F0-D132-1EB1-54DA-0AD85A4F7554}"/>
          </ac:spMkLst>
        </pc:spChg>
        <pc:spChg chg="add mod">
          <ac:chgData name="JIAHUA WANG" userId="445c6c4e8400985e" providerId="Windows Live" clId="Web-{495AA593-7AD6-ACF5-EF7F-4C2ECBAEDDA8}" dt="2026-02-12T05:07:30.522" v="875" actId="1076"/>
          <ac:spMkLst>
            <pc:docMk/>
            <pc:sldMk cId="1874527627" sldId="299"/>
            <ac:spMk id="18" creationId="{1B8E5D8D-3C92-2C16-A71A-4BD07DDA2895}"/>
          </ac:spMkLst>
        </pc:spChg>
        <pc:spChg chg="add mod">
          <ac:chgData name="JIAHUA WANG" userId="445c6c4e8400985e" providerId="Windows Live" clId="Web-{495AA593-7AD6-ACF5-EF7F-4C2ECBAEDDA8}" dt="2026-02-12T05:07:43.709" v="885" actId="14100"/>
          <ac:spMkLst>
            <pc:docMk/>
            <pc:sldMk cId="1874527627" sldId="299"/>
            <ac:spMk id="19" creationId="{ACB87ADD-ECAC-8E09-532B-55C340FD784F}"/>
          </ac:spMkLst>
        </pc:spChg>
        <pc:spChg chg="add mod">
          <ac:chgData name="JIAHUA WANG" userId="445c6c4e8400985e" providerId="Windows Live" clId="Web-{495AA593-7AD6-ACF5-EF7F-4C2ECBAEDDA8}" dt="2026-02-12T05:07:30.553" v="878" actId="1076"/>
          <ac:spMkLst>
            <pc:docMk/>
            <pc:sldMk cId="1874527627" sldId="299"/>
            <ac:spMk id="23" creationId="{E776C299-53CF-AED3-65CD-619B3AD5EA64}"/>
          </ac:spMkLst>
        </pc:spChg>
        <pc:spChg chg="add mod">
          <ac:chgData name="JIAHUA WANG" userId="445c6c4e8400985e" providerId="Windows Live" clId="Web-{495AA593-7AD6-ACF5-EF7F-4C2ECBAEDDA8}" dt="2026-02-12T05:07:52.303" v="890" actId="1076"/>
          <ac:spMkLst>
            <pc:docMk/>
            <pc:sldMk cId="1874527627" sldId="299"/>
            <ac:spMk id="26" creationId="{55261249-F237-3E45-793E-EA81D20B311B}"/>
          </ac:spMkLst>
        </pc:spChg>
        <pc:spChg chg="mod">
          <ac:chgData name="JIAHUA WANG" userId="445c6c4e8400985e" providerId="Windows Live" clId="Web-{495AA593-7AD6-ACF5-EF7F-4C2ECBAEDDA8}" dt="2026-02-12T05:09:25.696" v="924" actId="20577"/>
          <ac:spMkLst>
            <pc:docMk/>
            <pc:sldMk cId="1874527627" sldId="299"/>
            <ac:spMk id="27" creationId="{CD1E6A98-764E-C844-1B7E-36157ADBF415}"/>
          </ac:spMkLst>
        </pc:spChg>
        <pc:spChg chg="add mod">
          <ac:chgData name="JIAHUA WANG" userId="445c6c4e8400985e" providerId="Windows Live" clId="Web-{495AA593-7AD6-ACF5-EF7F-4C2ECBAEDDA8}" dt="2026-02-12T05:08:07.304" v="894" actId="20577"/>
          <ac:spMkLst>
            <pc:docMk/>
            <pc:sldMk cId="1874527627" sldId="299"/>
            <ac:spMk id="29" creationId="{894E2318-F630-EB6F-D9F4-D6174DCFB9C7}"/>
          </ac:spMkLst>
        </pc:spChg>
        <pc:spChg chg="add mod">
          <ac:chgData name="JIAHUA WANG" userId="445c6c4e8400985e" providerId="Windows Live" clId="Web-{495AA593-7AD6-ACF5-EF7F-4C2ECBAEDDA8}" dt="2026-02-12T05:08:08.116" v="895" actId="20577"/>
          <ac:spMkLst>
            <pc:docMk/>
            <pc:sldMk cId="1874527627" sldId="299"/>
            <ac:spMk id="31" creationId="{B3225CE7-80A4-AB9C-FF2A-FDEB8E6203DD}"/>
          </ac:spMkLst>
        </pc:spChg>
        <pc:spChg chg="add mod">
          <ac:chgData name="JIAHUA WANG" userId="445c6c4e8400985e" providerId="Windows Live" clId="Web-{495AA593-7AD6-ACF5-EF7F-4C2ECBAEDDA8}" dt="2026-02-12T05:08:09.101" v="896" actId="20577"/>
          <ac:spMkLst>
            <pc:docMk/>
            <pc:sldMk cId="1874527627" sldId="299"/>
            <ac:spMk id="33" creationId="{8E8C88A0-699D-80F5-399F-9A9EBF2169DD}"/>
          </ac:spMkLst>
        </pc:spChg>
        <pc:spChg chg="add mod">
          <ac:chgData name="JIAHUA WANG" userId="445c6c4e8400985e" providerId="Windows Live" clId="Web-{495AA593-7AD6-ACF5-EF7F-4C2ECBAEDDA8}" dt="2026-02-12T05:08:18.210" v="899" actId="20577"/>
          <ac:spMkLst>
            <pc:docMk/>
            <pc:sldMk cId="1874527627" sldId="299"/>
            <ac:spMk id="35" creationId="{E4EBA9D3-2042-624C-DA2F-A5CFF600F2E2}"/>
          </ac:spMkLst>
        </pc:spChg>
        <pc:grpChg chg="add mod">
          <ac:chgData name="JIAHUA WANG" userId="445c6c4e8400985e" providerId="Windows Live" clId="Web-{495AA593-7AD6-ACF5-EF7F-4C2ECBAEDDA8}" dt="2026-02-12T05:07:30.490" v="873" actId="1076"/>
          <ac:grpSpMkLst>
            <pc:docMk/>
            <pc:sldMk cId="1874527627" sldId="299"/>
            <ac:grpSpMk id="3" creationId="{169D8E5D-3857-206E-2BDE-9C9DDBE41640}"/>
          </ac:grpSpMkLst>
        </pc:grpChg>
        <pc:picChg chg="add mod">
          <ac:chgData name="JIAHUA WANG" userId="445c6c4e8400985e" providerId="Windows Live" clId="Web-{495AA593-7AD6-ACF5-EF7F-4C2ECBAEDDA8}" dt="2026-02-12T05:07:30.522" v="876" actId="1076"/>
          <ac:picMkLst>
            <pc:docMk/>
            <pc:sldMk cId="1874527627" sldId="299"/>
            <ac:picMk id="20" creationId="{281506FF-3571-3783-B666-4DDCCAA4DDEA}"/>
          </ac:picMkLst>
        </pc:picChg>
        <pc:picChg chg="add mod">
          <ac:chgData name="JIAHUA WANG" userId="445c6c4e8400985e" providerId="Windows Live" clId="Web-{495AA593-7AD6-ACF5-EF7F-4C2ECBAEDDA8}" dt="2026-02-12T05:07:30.537" v="877" actId="1076"/>
          <ac:picMkLst>
            <pc:docMk/>
            <pc:sldMk cId="1874527627" sldId="299"/>
            <ac:picMk id="22" creationId="{BAB1EEBF-2882-6B29-1B24-AA9EBC0FB7D9}"/>
          </ac:picMkLst>
        </pc:picChg>
      </pc:sldChg>
      <pc:sldChg chg="addSp delSp modSp add del replId">
        <pc:chgData name="JIAHUA WANG" userId="445c6c4e8400985e" providerId="Windows Live" clId="Web-{495AA593-7AD6-ACF5-EF7F-4C2ECBAEDDA8}" dt="2026-02-12T05:09:36.290" v="928" actId="1076"/>
        <pc:sldMkLst>
          <pc:docMk/>
          <pc:sldMk cId="660704838" sldId="300"/>
        </pc:sldMkLst>
        <pc:spChg chg="add mod">
          <ac:chgData name="JIAHUA WANG" userId="445c6c4e8400985e" providerId="Windows Live" clId="Web-{495AA593-7AD6-ACF5-EF7F-4C2ECBAEDDA8}" dt="2026-02-12T05:08:49.679" v="907" actId="1076"/>
          <ac:spMkLst>
            <pc:docMk/>
            <pc:sldMk cId="660704838" sldId="300"/>
            <ac:spMk id="4" creationId="{3313CF7A-8AB9-E7A9-C7A4-DCB41EE76B14}"/>
          </ac:spMkLst>
        </pc:spChg>
        <pc:spChg chg="add mod">
          <ac:chgData name="JIAHUA WANG" userId="445c6c4e8400985e" providerId="Windows Live" clId="Web-{495AA593-7AD6-ACF5-EF7F-4C2ECBAEDDA8}" dt="2026-02-12T05:08:45.367" v="905" actId="1076"/>
          <ac:spMkLst>
            <pc:docMk/>
            <pc:sldMk cId="660704838" sldId="300"/>
            <ac:spMk id="6" creationId="{8857726B-9EC0-EB5F-81AC-81C471D727A8}"/>
          </ac:spMkLst>
        </pc:spChg>
        <pc:spChg chg="add mod">
          <ac:chgData name="JIAHUA WANG" userId="445c6c4e8400985e" providerId="Windows Live" clId="Web-{495AA593-7AD6-ACF5-EF7F-4C2ECBAEDDA8}" dt="2026-02-12T05:09:36.274" v="927" actId="1076"/>
          <ac:spMkLst>
            <pc:docMk/>
            <pc:sldMk cId="660704838" sldId="300"/>
            <ac:spMk id="7" creationId="{F3C0D122-A87A-D191-BBE0-6F084B387F62}"/>
          </ac:spMkLst>
        </pc:spChg>
        <pc:spChg chg="mod">
          <ac:chgData name="JIAHUA WANG" userId="445c6c4e8400985e" providerId="Windows Live" clId="Web-{495AA593-7AD6-ACF5-EF7F-4C2ECBAEDDA8}" dt="2026-02-12T05:08:49.664" v="906" actId="1076"/>
          <ac:spMkLst>
            <pc:docMk/>
            <pc:sldMk cId="660704838" sldId="300"/>
            <ac:spMk id="15" creationId="{13DE7E2D-05FD-5FEB-A94F-27CCE9AA7EDD}"/>
          </ac:spMkLst>
        </pc:spChg>
        <pc:spChg chg="add del mod">
          <ac:chgData name="JIAHUA WANG" userId="445c6c4e8400985e" providerId="Windows Live" clId="Web-{495AA593-7AD6-ACF5-EF7F-4C2ECBAEDDA8}" dt="2026-02-12T05:08:49.695" v="909" actId="1076"/>
          <ac:spMkLst>
            <pc:docMk/>
            <pc:sldMk cId="660704838" sldId="300"/>
            <ac:spMk id="17" creationId="{40680196-64A4-6CB4-741B-0CDA6D781D52}"/>
          </ac:spMkLst>
        </pc:spChg>
        <pc:spChg chg="add mod">
          <ac:chgData name="JIAHUA WANG" userId="445c6c4e8400985e" providerId="Windows Live" clId="Web-{495AA593-7AD6-ACF5-EF7F-4C2ECBAEDDA8}" dt="2026-02-12T05:09:36.290" v="928" actId="1076"/>
          <ac:spMkLst>
            <pc:docMk/>
            <pc:sldMk cId="660704838" sldId="300"/>
            <ac:spMk id="18" creationId="{B2E4EDC6-41B1-7D2F-D949-7E10EFEFD430}"/>
          </ac:spMkLst>
        </pc:spChg>
        <pc:spChg chg="add del mod">
          <ac:chgData name="JIAHUA WANG" userId="445c6c4e8400985e" providerId="Windows Live" clId="Web-{495AA593-7AD6-ACF5-EF7F-4C2ECBAEDDA8}" dt="2026-02-12T05:08:49.711" v="910" actId="1076"/>
          <ac:spMkLst>
            <pc:docMk/>
            <pc:sldMk cId="660704838" sldId="300"/>
            <ac:spMk id="19" creationId="{6AA7C65A-1ADD-6EA9-0C77-E5C24300F488}"/>
          </ac:spMkLst>
        </pc:spChg>
        <pc:spChg chg="add del mod">
          <ac:chgData name="JIAHUA WANG" userId="445c6c4e8400985e" providerId="Windows Live" clId="Web-{495AA593-7AD6-ACF5-EF7F-4C2ECBAEDDA8}" dt="2026-02-12T05:08:49.726" v="911" actId="1076"/>
          <ac:spMkLst>
            <pc:docMk/>
            <pc:sldMk cId="660704838" sldId="300"/>
            <ac:spMk id="24" creationId="{6CC247D8-AFFC-7E31-D22C-0EF037E8818C}"/>
          </ac:spMkLst>
        </pc:spChg>
        <pc:spChg chg="add mod">
          <ac:chgData name="JIAHUA WANG" userId="445c6c4e8400985e" providerId="Windows Live" clId="Web-{495AA593-7AD6-ACF5-EF7F-4C2ECBAEDDA8}" dt="2026-02-12T05:08:49.742" v="912" actId="1076"/>
          <ac:spMkLst>
            <pc:docMk/>
            <pc:sldMk cId="660704838" sldId="300"/>
            <ac:spMk id="26" creationId="{7A7D313A-66FB-B9AA-093A-3FFE8E1BC1C6}"/>
          </ac:spMkLst>
        </pc:spChg>
        <pc:spChg chg="mod">
          <ac:chgData name="JIAHUA WANG" userId="445c6c4e8400985e" providerId="Windows Live" clId="Web-{495AA593-7AD6-ACF5-EF7F-4C2ECBAEDDA8}" dt="2026-02-12T05:09:31.821" v="926" actId="20577"/>
          <ac:spMkLst>
            <pc:docMk/>
            <pc:sldMk cId="660704838" sldId="300"/>
            <ac:spMk id="27" creationId="{0A972039-E8FA-B44B-E391-0FEA89F56D4F}"/>
          </ac:spMkLst>
        </pc:spChg>
        <pc:spChg chg="add mod">
          <ac:chgData name="JIAHUA WANG" userId="445c6c4e8400985e" providerId="Windows Live" clId="Web-{495AA593-7AD6-ACF5-EF7F-4C2ECBAEDDA8}" dt="2026-02-12T05:08:49.742" v="913" actId="1076"/>
          <ac:spMkLst>
            <pc:docMk/>
            <pc:sldMk cId="660704838" sldId="300"/>
            <ac:spMk id="28" creationId="{64F4A349-E501-256D-7290-A27D1E8162CC}"/>
          </ac:spMkLst>
        </pc:spChg>
        <pc:picChg chg="add mod">
          <ac:chgData name="JIAHUA WANG" userId="445c6c4e8400985e" providerId="Windows Live" clId="Web-{495AA593-7AD6-ACF5-EF7F-4C2ECBAEDDA8}" dt="2026-02-12T05:08:49.679" v="908" actId="1076"/>
          <ac:picMkLst>
            <pc:docMk/>
            <pc:sldMk cId="660704838" sldId="300"/>
            <ac:picMk id="13" creationId="{210BCD4D-1038-1A35-EBB3-1A32CCE855F5}"/>
          </ac:picMkLst>
        </pc:picChg>
      </pc:sldChg>
      <pc:sldChg chg="modSp add replId">
        <pc:chgData name="JIAHUA WANG" userId="445c6c4e8400985e" providerId="Windows Live" clId="Web-{495AA593-7AD6-ACF5-EF7F-4C2ECBAEDDA8}" dt="2026-02-12T05:03:57.515" v="809" actId="20577"/>
        <pc:sldMkLst>
          <pc:docMk/>
          <pc:sldMk cId="2459110480" sldId="302"/>
        </pc:sldMkLst>
        <pc:spChg chg="mod">
          <ac:chgData name="JIAHUA WANG" userId="445c6c4e8400985e" providerId="Windows Live" clId="Web-{495AA593-7AD6-ACF5-EF7F-4C2ECBAEDDA8}" dt="2026-02-12T05:03:22.826" v="788" actId="20577"/>
          <ac:spMkLst>
            <pc:docMk/>
            <pc:sldMk cId="2459110480" sldId="302"/>
            <ac:spMk id="2" creationId="{BAC5F73C-AD1D-0269-27E5-D1A7EDA81999}"/>
          </ac:spMkLst>
        </pc:spChg>
        <pc:spChg chg="mod">
          <ac:chgData name="JIAHUA WANG" userId="445c6c4e8400985e" providerId="Windows Live" clId="Web-{495AA593-7AD6-ACF5-EF7F-4C2ECBAEDDA8}" dt="2026-02-12T05:03:57.515" v="809" actId="20577"/>
          <ac:spMkLst>
            <pc:docMk/>
            <pc:sldMk cId="2459110480" sldId="302"/>
            <ac:spMk id="3" creationId="{36E99384-67D9-FFEA-C77E-B1F54D44BD8A}"/>
          </ac:spMkLst>
        </pc:spChg>
      </pc:sldChg>
      <pc:sldChg chg="modSp add replId">
        <pc:chgData name="JIAHUA WANG" userId="445c6c4e8400985e" providerId="Windows Live" clId="Web-{495AA593-7AD6-ACF5-EF7F-4C2ECBAEDDA8}" dt="2026-02-12T05:05:48.832" v="845" actId="20577"/>
        <pc:sldMkLst>
          <pc:docMk/>
          <pc:sldMk cId="2250259453" sldId="303"/>
        </pc:sldMkLst>
        <pc:spChg chg="mod">
          <ac:chgData name="JIAHUA WANG" userId="445c6c4e8400985e" providerId="Windows Live" clId="Web-{495AA593-7AD6-ACF5-EF7F-4C2ECBAEDDA8}" dt="2026-02-12T05:05:23.675" v="832" actId="20577"/>
          <ac:spMkLst>
            <pc:docMk/>
            <pc:sldMk cId="2250259453" sldId="303"/>
            <ac:spMk id="2" creationId="{63CD3C94-406B-8464-3C14-75F428169F7C}"/>
          </ac:spMkLst>
        </pc:spChg>
        <pc:spChg chg="mod">
          <ac:chgData name="JIAHUA WANG" userId="445c6c4e8400985e" providerId="Windows Live" clId="Web-{495AA593-7AD6-ACF5-EF7F-4C2ECBAEDDA8}" dt="2026-02-12T05:05:48.832" v="845" actId="20577"/>
          <ac:spMkLst>
            <pc:docMk/>
            <pc:sldMk cId="2250259453" sldId="303"/>
            <ac:spMk id="3" creationId="{CE584CBB-E3F8-02D0-2C15-C635866EDEC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 dirty="0"/>
              <a:t>Last 30 days expense</a:t>
            </a:r>
            <a:endParaRPr lang="zh-CN" alt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0E-41AC-A303-AF35296094E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0E-41AC-A303-AF35296094E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0E-41AC-A303-AF35296094E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C0E-41AC-A303-AF35296094E7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6C-4636-AAE4-78D4727AE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5A3A6-CC27-4D72-9405-93031C9FDB8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815CF-D9FD-4177-B8F6-F421B25F6C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50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15CF-D9FD-4177-B8F6-F421B25F6C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879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15CF-D9FD-4177-B8F6-F421B25F6C5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09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15CF-D9FD-4177-B8F6-F421B25F6C5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198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44806-64B8-A543-1F47-051613DEE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F36E95-56A2-E241-1D26-4200B11D7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55DE7A-C3F5-EDBD-5CCF-B4863893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FAB5B6-F6DD-AB1C-12BE-11C6637B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3774F1-B85F-A0BC-0AAE-AD2D6556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576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56EC9-476B-30AE-A37E-5E82CBB5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7FC94-1B24-D548-2B0C-316F284A8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83CF9-B974-058D-B812-E9A1437EE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E5D348-0A88-82D4-DAA4-9366C2C3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BE5A6-9AEA-4833-2348-D5A06A7C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42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30FF8-CC34-BC77-01D7-D6D150F9B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BC2996-D0FB-2572-B20B-ACED58708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BABB37-1534-1E22-49DC-D73097D7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E1991C-2A6E-76E5-C841-C7220032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A25F9B-9790-832F-0EC1-13C70698B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46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C9D83-3F0A-2059-57AB-7E49CD6B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70BCC-B563-2513-AD0B-D3360BAA7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BCE3D8-9FDF-04D2-65A0-722016EA0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460521-E597-0F41-8A3D-2616AC30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54E67C-257B-70DA-0862-2A65759E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7A5AB1-293E-E92D-2548-21614EFF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56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BE007-BF2D-1499-4025-BB202FDA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CD53D3-438D-B4D6-FDCD-6B7453395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527CDF-8091-5960-E4C1-DDA9A2AC0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636846-E136-2413-8515-3C0A7A877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EBFAC4-000F-8785-947C-51A2DD639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6D5206-5950-269C-4E93-C613747A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959A9B-7DFC-975D-534A-BDD4797BC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F1A98E-5ED6-4CFD-A10F-A0C40486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35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A1F2C-93D7-F908-A9EE-83CA379A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7E37DD-12C7-E106-5534-660F8376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E65AFE-1F33-C0BE-F513-B1C948B7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5606E6-61BA-FD27-B794-F1A610B7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22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47D9B3-7ACE-709C-E322-7E04BFF8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369B46-2D11-CD64-B5C3-D5BD3385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736DB-76FF-D084-D177-13CB0C92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87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75B14-ADDE-E591-0915-B58E2CCC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FB542-21BB-F578-7C9C-F8B58DFAA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67A894-8364-4376-E91F-B4DC20193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8CDC0-6634-36A4-B443-6EFBE9FE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1085A4-7CE4-493D-D2E3-54A50F10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7E74FA-186E-64C6-A8E5-795D1AFB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67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F4E65-FD0B-A0E0-B6DE-600DF780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5EEB7D-FBCB-A987-9125-AABCAE22A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AECCF6-C378-AF7B-DCA1-216FB02AB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4020B7-BA0C-EC6C-23DA-730696566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27439A-A8CB-6B1C-73CD-8F90F238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C7503A-37D4-2AE0-414B-B91A249B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0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1DC89-FA52-06AB-1BB3-BCF16398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50A7F2-4408-106F-7104-AD40A0EF0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878370-221E-C955-B95C-5B454FE2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A8CF44-438C-C55C-984E-DFC919C9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85786C-846E-47F6-70A4-30E00F77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1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292EF5-16CC-B3D8-37F9-81F37597DE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56BB0F-B4D1-6286-FA4C-D6FA9960B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20B534-A0CA-4760-5D47-9A911054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B5CDDF-0FF3-6E35-1B4A-D85DFB0B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5B2F8F-B7CF-E41E-E0A7-194BAA27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19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33B832-3E09-8FEF-B9A9-13257D8C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554D3C-5F34-96E4-8144-88F83CBFA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BEB8C2-6204-7062-3DE6-643D5CE58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A066B-7947-4354-9071-7D3B4762E11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FD5DBD-52D2-40F2-4953-BD9F135A3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CC7B05-0679-DDA4-B146-1C4E5BA44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F2DCDA-0D2A-4E6A-BC9A-8FF3A9A77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0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4331B-627A-0806-833C-62626D813B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记账</a:t>
            </a:r>
            <a:r>
              <a:rPr lang="en-US" altLang="zh-CN" dirty="0"/>
              <a:t>App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F792F8-8B0C-8C77-7395-48719B73DE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221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24207-D40B-1086-7809-82C0FD1B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定额定期自动记账功能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C5DF8-2072-01FB-5DBA-C806E4D4D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比如会员，分期付款等。每到设定的日期就会自动添加账单。</a:t>
            </a:r>
            <a:endParaRPr lang="en-US" altLang="zh-CN" dirty="0"/>
          </a:p>
          <a:p>
            <a:r>
              <a:rPr lang="zh-CN" altLang="en-US" dirty="0"/>
              <a:t>设定开始和结束日期，周期计算为每月</a:t>
            </a:r>
            <a:r>
              <a:rPr lang="en-US" altLang="zh-CN" dirty="0"/>
              <a:t>/</a:t>
            </a:r>
            <a:r>
              <a:rPr lang="zh-CN" altLang="en-US" dirty="0"/>
              <a:t>每月，</a:t>
            </a:r>
            <a:r>
              <a:rPr lang="en-US" altLang="zh-CN" dirty="0"/>
              <a:t>1-7 or 1-31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设定后页面上有补全历史数据的按钮。搜索数据库历史数据如果有缺的会补。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936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2EF93-93F7-DC54-0558-8DBA940D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邮箱验证流程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B7F131-FC37-EBBF-E99C-BAB41C2F1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0249"/>
            <a:ext cx="10515600" cy="45807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zh-CN" altLang="zh-CN" dirty="0"/>
              <a:t>用户填写邮箱，点击发送验证码，</a:t>
            </a:r>
            <a:endParaRPr lang="en-US" altLang="zh-CN" dirty="0"/>
          </a:p>
          <a:p>
            <a:pPr lvl="1"/>
            <a:r>
              <a:rPr lang="zh-CN" altLang="en-US" dirty="0"/>
              <a:t>页面出现验证码输入框</a:t>
            </a:r>
            <a:endParaRPr lang="en-US" altLang="zh-CN" dirty="0"/>
          </a:p>
          <a:p>
            <a:pPr lvl="1"/>
            <a:r>
              <a:rPr lang="zh-CN" altLang="en-US" dirty="0"/>
              <a:t>用户收到</a:t>
            </a:r>
            <a:r>
              <a:rPr lang="zh-CN" altLang="zh-CN" dirty="0"/>
              <a:t>后端发送</a:t>
            </a:r>
            <a:r>
              <a:rPr lang="zh-CN" altLang="en-US" dirty="0"/>
              <a:t>的</a:t>
            </a:r>
            <a:r>
              <a:rPr lang="zh-CN" altLang="zh-CN" dirty="0"/>
              <a:t>邮件</a:t>
            </a:r>
          </a:p>
          <a:p>
            <a:pPr lvl="1"/>
            <a:r>
              <a:rPr lang="zh-CN" altLang="zh-CN" dirty="0"/>
              <a:t>用户</a:t>
            </a:r>
            <a:r>
              <a:rPr lang="zh-CN" altLang="en-US" dirty="0"/>
              <a:t>在页面</a:t>
            </a:r>
            <a:r>
              <a:rPr lang="zh-CN" altLang="zh-CN" dirty="0"/>
              <a:t>填写验证码，</a:t>
            </a:r>
            <a:r>
              <a:rPr lang="zh-CN" altLang="en-US" dirty="0"/>
              <a:t>前端检测到输入框有</a:t>
            </a:r>
            <a:r>
              <a:rPr lang="en-US" altLang="zh-CN" dirty="0"/>
              <a:t>6</a:t>
            </a:r>
            <a:r>
              <a:rPr lang="zh-CN" altLang="en-US" dirty="0"/>
              <a:t>位之后调用</a:t>
            </a:r>
            <a:r>
              <a:rPr lang="en-US" altLang="zh-CN" dirty="0"/>
              <a:t>API</a:t>
            </a:r>
            <a:endParaRPr lang="zh-CN" altLang="zh-CN" dirty="0"/>
          </a:p>
          <a:p>
            <a:pPr lvl="1"/>
            <a:r>
              <a:rPr lang="zh-CN" altLang="en-US" dirty="0"/>
              <a:t>如果验证成功则获取</a:t>
            </a:r>
            <a:r>
              <a:rPr lang="en-US" altLang="zh-CN" dirty="0"/>
              <a:t>token</a:t>
            </a:r>
            <a:r>
              <a:rPr lang="zh-CN" altLang="en-US" dirty="0"/>
              <a:t>继续，不成功则显示验证码不正确或过期。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  <a:ea typeface="等线"/>
              </a:rPr>
              <a:t>如果需要进一步</a:t>
            </a:r>
            <a:r>
              <a:rPr lang="en-US" altLang="zh-CN" b="1" dirty="0">
                <a:solidFill>
                  <a:srgbClr val="FF0000"/>
                </a:solidFill>
                <a:ea typeface="等线"/>
              </a:rPr>
              <a:t>token</a:t>
            </a:r>
            <a:r>
              <a:rPr lang="zh-CN" altLang="en-US" b="1" dirty="0">
                <a:solidFill>
                  <a:srgbClr val="FF0000"/>
                </a:solidFill>
                <a:ea typeface="等线"/>
              </a:rPr>
              <a:t>操作的话继续，以注册场景为例：</a:t>
            </a:r>
            <a:endParaRPr lang="en-US" altLang="zh-CN" b="1" dirty="0">
              <a:solidFill>
                <a:srgbClr val="FF0000"/>
              </a:solidFill>
              <a:ea typeface="等线"/>
            </a:endParaRPr>
          </a:p>
          <a:p>
            <a:pPr lvl="1"/>
            <a:r>
              <a:rPr lang="zh-CN" altLang="en-US" dirty="0"/>
              <a:t>用户填写注册信息，点击下一步</a:t>
            </a:r>
            <a:endParaRPr lang="en-US" altLang="zh-CN" dirty="0"/>
          </a:p>
          <a:p>
            <a:pPr lvl="1"/>
            <a:r>
              <a:rPr lang="zh-CN" altLang="en-US" dirty="0"/>
              <a:t>页面跳转信息预览页面</a:t>
            </a:r>
            <a:endParaRPr lang="en-US" altLang="zh-CN" dirty="0"/>
          </a:p>
          <a:p>
            <a:pPr lvl="1"/>
            <a:r>
              <a:rPr lang="zh-CN" altLang="en-US" dirty="0"/>
              <a:t>用户确认无误点击完成，前端调用注册</a:t>
            </a:r>
            <a:r>
              <a:rPr lang="en-US" altLang="zh-CN" dirty="0"/>
              <a:t>API</a:t>
            </a:r>
            <a:r>
              <a:rPr lang="zh-CN" altLang="en-US" dirty="0"/>
              <a:t>，带上</a:t>
            </a:r>
            <a:r>
              <a:rPr lang="en-US" altLang="zh-CN" dirty="0"/>
              <a:t>token</a:t>
            </a:r>
          </a:p>
          <a:p>
            <a:pPr lvl="1"/>
            <a:r>
              <a:rPr lang="zh-CN" altLang="en-US" dirty="0"/>
              <a:t>后端操作成功则跳转提示注册成功。否则提示错误信息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106585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9CED-EC17-261D-0EFB-54074398C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BD6FB46-848F-C61D-17F1-09904E2A070F}"/>
              </a:ext>
            </a:extLst>
          </p:cNvPr>
          <p:cNvSpPr/>
          <p:nvPr/>
        </p:nvSpPr>
        <p:spPr>
          <a:xfrm>
            <a:off x="4384600" y="2643495"/>
            <a:ext cx="2868459" cy="3563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zh-CN" altLang="en-US">
                <a:ea typeface="等线"/>
              </a:rPr>
              <a:t>Jiahua_www@outlook.com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A03FA4-02FA-3DB0-8AF4-AB615628BAFA}"/>
              </a:ext>
            </a:extLst>
          </p:cNvPr>
          <p:cNvSpPr/>
          <p:nvPr/>
        </p:nvSpPr>
        <p:spPr>
          <a:xfrm>
            <a:off x="4383259" y="3136724"/>
            <a:ext cx="2868459" cy="3563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zh-CN" altLang="en-US">
                <a:ea typeface="等线"/>
              </a:rPr>
              <a:t>**********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EBA3B1-6FEC-AC4A-9A04-1CBFFFDE11CD}"/>
              </a:ext>
            </a:extLst>
          </p:cNvPr>
          <p:cNvSpPr/>
          <p:nvPr/>
        </p:nvSpPr>
        <p:spPr>
          <a:xfrm>
            <a:off x="10494953" y="406702"/>
            <a:ext cx="127383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952814-7F17-4C35-016F-8A8EB439393F}"/>
              </a:ext>
            </a:extLst>
          </p:cNvPr>
          <p:cNvSpPr/>
          <p:nvPr/>
        </p:nvSpPr>
        <p:spPr>
          <a:xfrm>
            <a:off x="5345552" y="3866223"/>
            <a:ext cx="903417" cy="50342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dirty="0">
                <a:ea typeface="等线"/>
              </a:rPr>
              <a:t>Login</a:t>
            </a:r>
            <a:endParaRPr lang="ja-JP" altLang="en-US" dirty="0"/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3B3F7EB9-CE00-C046-8756-4D6737D44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5049" y="1200194"/>
            <a:ext cx="3939436" cy="1022851"/>
          </a:xfrm>
        </p:spPr>
        <p:txBody>
          <a:bodyPr/>
          <a:lstStyle/>
          <a:p>
            <a:r>
              <a:rPr lang="zh-CN" altLang="en-US">
                <a:ea typeface="等线 Light"/>
              </a:rPr>
              <a:t>Website title</a:t>
            </a:r>
            <a:endParaRPr lang="zh-CN" altLang="en-US" dirty="0">
              <a:ea typeface="等线 Light"/>
            </a:endParaRPr>
          </a:p>
        </p:txBody>
      </p:sp>
      <p:sp>
        <p:nvSpPr>
          <p:cNvPr id="31" name="文本框 16">
            <a:extLst>
              <a:ext uri="{FF2B5EF4-FFF2-40B4-BE49-F238E27FC236}">
                <a16:creationId xmlns:a16="http://schemas.microsoft.com/office/drawing/2014/main" id="{020B284D-3038-6FF0-2B3E-E39D369A0B03}"/>
              </a:ext>
            </a:extLst>
          </p:cNvPr>
          <p:cNvSpPr txBox="1"/>
          <p:nvPr/>
        </p:nvSpPr>
        <p:spPr>
          <a:xfrm>
            <a:off x="5346807" y="3509435"/>
            <a:ext cx="194155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CN" sz="1400" dirty="0">
                <a:solidFill>
                  <a:srgbClr val="153D64"/>
                </a:solidFill>
                <a:ea typeface="等线"/>
              </a:rPr>
              <a:t>Forget your password?</a:t>
            </a:r>
            <a:endParaRPr lang="ja-JP" altLang="en-US" sz="1400" dirty="0">
              <a:solidFill>
                <a:srgbClr val="153D64"/>
              </a:solidFill>
            </a:endParaRPr>
          </a:p>
        </p:txBody>
      </p:sp>
      <p:sp>
        <p:nvSpPr>
          <p:cNvPr id="2" name="吹き出し: 円形 1">
            <a:extLst>
              <a:ext uri="{FF2B5EF4-FFF2-40B4-BE49-F238E27FC236}">
                <a16:creationId xmlns:a16="http://schemas.microsoft.com/office/drawing/2014/main" id="{9275A499-AD39-0A4C-215B-EA2F291F30BD}"/>
              </a:ext>
            </a:extLst>
          </p:cNvPr>
          <p:cNvSpPr/>
          <p:nvPr/>
        </p:nvSpPr>
        <p:spPr>
          <a:xfrm>
            <a:off x="7252152" y="1712934"/>
            <a:ext cx="2860039" cy="919480"/>
          </a:xfrm>
          <a:prstGeom prst="wedgeEllipseCallout">
            <a:avLst>
              <a:gd name="adj1" fmla="val -48591"/>
              <a:gd name="adj2" fmla="val 95649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游ゴシック"/>
              </a:rPr>
              <a:t>Default show "email" and "password"</a:t>
            </a:r>
            <a:endParaRPr lang="ja-JP" altLang="en-US" dirty="0">
              <a:ea typeface="游ゴシック"/>
            </a:endParaRPr>
          </a:p>
        </p:txBody>
      </p:sp>
      <p:sp>
        <p:nvSpPr>
          <p:cNvPr id="5" name="矩形 12">
            <a:extLst>
              <a:ext uri="{FF2B5EF4-FFF2-40B4-BE49-F238E27FC236}">
                <a16:creationId xmlns:a16="http://schemas.microsoft.com/office/drawing/2014/main" id="{4D51DFC4-1967-8C86-2FD8-99EF29A8A76A}"/>
              </a:ext>
            </a:extLst>
          </p:cNvPr>
          <p:cNvSpPr/>
          <p:nvPr/>
        </p:nvSpPr>
        <p:spPr>
          <a:xfrm>
            <a:off x="4431152" y="4699343"/>
            <a:ext cx="2772857" cy="77774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dirty="0">
                <a:ea typeface="等线"/>
              </a:rPr>
              <a:t>Do not have an account? Register one now!</a:t>
            </a:r>
            <a:endParaRPr lang="ja-JP" dirty="0"/>
          </a:p>
        </p:txBody>
      </p:sp>
      <p:sp>
        <p:nvSpPr>
          <p:cNvPr id="6" name="吹き出し: 円形 5">
            <a:extLst>
              <a:ext uri="{FF2B5EF4-FFF2-40B4-BE49-F238E27FC236}">
                <a16:creationId xmlns:a16="http://schemas.microsoft.com/office/drawing/2014/main" id="{6BE393AF-2CEE-CEF3-0F95-3CE25682DE85}"/>
              </a:ext>
            </a:extLst>
          </p:cNvPr>
          <p:cNvSpPr/>
          <p:nvPr/>
        </p:nvSpPr>
        <p:spPr>
          <a:xfrm>
            <a:off x="1938472" y="3511254"/>
            <a:ext cx="2860039" cy="919480"/>
          </a:xfrm>
          <a:prstGeom prst="wedgeEllipseCallout">
            <a:avLst>
              <a:gd name="adj1" fmla="val 65912"/>
              <a:gd name="adj2" fmla="val 1162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Click here to begin process 1.1</a:t>
            </a:r>
          </a:p>
        </p:txBody>
      </p:sp>
      <p:sp>
        <p:nvSpPr>
          <p:cNvPr id="7" name="吹き出し: 円形 6">
            <a:extLst>
              <a:ext uri="{FF2B5EF4-FFF2-40B4-BE49-F238E27FC236}">
                <a16:creationId xmlns:a16="http://schemas.microsoft.com/office/drawing/2014/main" id="{9CA91B28-4DBD-2F6C-860B-1F17BE3CAADF}"/>
              </a:ext>
            </a:extLst>
          </p:cNvPr>
          <p:cNvSpPr/>
          <p:nvPr/>
        </p:nvSpPr>
        <p:spPr>
          <a:xfrm>
            <a:off x="6901986" y="5477090"/>
            <a:ext cx="2860039" cy="919480"/>
          </a:xfrm>
          <a:prstGeom prst="wedgeEllipseCallout">
            <a:avLst>
              <a:gd name="adj1" fmla="val -59744"/>
              <a:gd name="adj2" fmla="val -46199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Click here to begin process 1.2</a:t>
            </a:r>
          </a:p>
        </p:txBody>
      </p:sp>
      <p:sp>
        <p:nvSpPr>
          <p:cNvPr id="8" name="吹き出し: 円形 7">
            <a:extLst>
              <a:ext uri="{FF2B5EF4-FFF2-40B4-BE49-F238E27FC236}">
                <a16:creationId xmlns:a16="http://schemas.microsoft.com/office/drawing/2014/main" id="{2B4FB4FA-8E41-07BD-8FD8-FB089040AA6A}"/>
              </a:ext>
            </a:extLst>
          </p:cNvPr>
          <p:cNvSpPr/>
          <p:nvPr/>
        </p:nvSpPr>
        <p:spPr>
          <a:xfrm>
            <a:off x="7608915" y="3530747"/>
            <a:ext cx="2860039" cy="919480"/>
          </a:xfrm>
          <a:prstGeom prst="wedgeEllipseCallout">
            <a:avLst>
              <a:gd name="adj1" fmla="val -62719"/>
              <a:gd name="adj2" fmla="val -30781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Click here to begin process 1.3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E5DA7D78-54B8-E6A7-11B7-F327D463214B}"/>
              </a:ext>
            </a:extLst>
          </p:cNvPr>
          <p:cNvSpPr txBox="1">
            <a:spLocks/>
          </p:cNvSpPr>
          <p:nvPr/>
        </p:nvSpPr>
        <p:spPr>
          <a:xfrm>
            <a:off x="1122680" y="-11080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ea typeface="等线 Light"/>
              </a:rPr>
              <a:t>1.登录页面</a:t>
            </a:r>
          </a:p>
        </p:txBody>
      </p:sp>
      <p:sp>
        <p:nvSpPr>
          <p:cNvPr id="15" name="吹き出し: 円形 14">
            <a:extLst>
              <a:ext uri="{FF2B5EF4-FFF2-40B4-BE49-F238E27FC236}">
                <a16:creationId xmlns:a16="http://schemas.microsoft.com/office/drawing/2014/main" id="{AE5EADD6-9DAE-4A84-DFC8-AE40B77CE764}"/>
              </a:ext>
            </a:extLst>
          </p:cNvPr>
          <p:cNvSpPr/>
          <p:nvPr/>
        </p:nvSpPr>
        <p:spPr>
          <a:xfrm>
            <a:off x="10218872" y="-705146"/>
            <a:ext cx="2860039" cy="919480"/>
          </a:xfrm>
          <a:prstGeom prst="wedgeEllipseCallou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Click here to begin process 1.4</a:t>
            </a:r>
          </a:p>
        </p:txBody>
      </p:sp>
    </p:spTree>
    <p:extLst>
      <p:ext uri="{BB962C8B-B14F-4D97-AF65-F5344CB8AC3E}">
        <p14:creationId xmlns:p14="http://schemas.microsoft.com/office/powerpoint/2010/main" val="3414385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4378F-8B2D-EBD3-9F09-41DC3ABB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1.1登录页面 </a:t>
            </a:r>
            <a:r>
              <a:rPr lang="en-US" altLang="zh-CN" dirty="0">
                <a:ea typeface="等线 Light"/>
              </a:rPr>
              <a:t>- </a:t>
            </a:r>
            <a:r>
              <a:rPr lang="zh-CN" altLang="en-US">
                <a:ea typeface="等线 Light"/>
              </a:rPr>
              <a:t>登录流程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E68634-9967-190C-66DD-C112EB6F1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用户</a:t>
            </a:r>
            <a:r>
              <a:rPr lang="zh-CN" altLang="zh-CN" dirty="0"/>
              <a:t>填写邮箱，密码</a:t>
            </a:r>
          </a:p>
          <a:p>
            <a:pPr lvl="1"/>
            <a:r>
              <a:rPr lang="zh-CN" altLang="en-US" dirty="0"/>
              <a:t>前端调用登录</a:t>
            </a:r>
            <a:r>
              <a:rPr lang="en-US" altLang="zh-CN" dirty="0"/>
              <a:t>API</a:t>
            </a:r>
          </a:p>
          <a:p>
            <a:pPr lvl="1"/>
            <a:r>
              <a:rPr lang="zh-CN" altLang="en-US" dirty="0"/>
              <a:t>登录成功则返回</a:t>
            </a:r>
            <a:r>
              <a:rPr lang="en-US" altLang="zh-CN" dirty="0"/>
              <a:t>access token</a:t>
            </a:r>
            <a:r>
              <a:rPr lang="zh-CN" altLang="en-US" dirty="0"/>
              <a:t>和</a:t>
            </a:r>
            <a:r>
              <a:rPr lang="en-US" altLang="zh-CN" dirty="0"/>
              <a:t>refresh token</a:t>
            </a:r>
            <a:r>
              <a:rPr lang="zh-CN" altLang="en-US" dirty="0"/>
              <a:t>给前端。</a:t>
            </a:r>
            <a:endParaRPr lang="en-US" altLang="zh-CN" dirty="0"/>
          </a:p>
          <a:p>
            <a:pPr lvl="1"/>
            <a:r>
              <a:rPr lang="en-US" altLang="zh-CN" dirty="0"/>
              <a:t>Access token</a:t>
            </a:r>
            <a:r>
              <a:rPr lang="zh-CN" altLang="en-US" dirty="0"/>
              <a:t>直接存变量，</a:t>
            </a:r>
            <a:r>
              <a:rPr lang="en-US" altLang="zh-CN" dirty="0"/>
              <a:t>refresh token</a:t>
            </a:r>
            <a:r>
              <a:rPr lang="zh-CN" altLang="en-US" dirty="0"/>
              <a:t>存</a:t>
            </a:r>
            <a:r>
              <a:rPr lang="en-US" altLang="zh-CN" dirty="0" err="1"/>
              <a:t>httponly</a:t>
            </a:r>
            <a:r>
              <a:rPr lang="zh-CN" altLang="en-US" dirty="0"/>
              <a:t>的</a:t>
            </a:r>
            <a:r>
              <a:rPr lang="en-US" altLang="zh-CN" dirty="0"/>
              <a:t>cookie</a:t>
            </a:r>
          </a:p>
          <a:p>
            <a:pPr lvl="1"/>
            <a:r>
              <a:rPr lang="zh-CN" altLang="en-US" dirty="0"/>
              <a:t>后续前端调用</a:t>
            </a:r>
            <a:r>
              <a:rPr lang="en-US" altLang="zh-CN" dirty="0"/>
              <a:t>API</a:t>
            </a:r>
            <a:r>
              <a:rPr lang="zh-CN" altLang="en-US" dirty="0"/>
              <a:t>时都带上</a:t>
            </a:r>
            <a:r>
              <a:rPr lang="en-US" altLang="zh-CN" dirty="0"/>
              <a:t>access token</a:t>
            </a:r>
            <a:r>
              <a:rPr lang="zh-CN" altLang="en-US" dirty="0"/>
              <a:t>，如果返回</a:t>
            </a:r>
            <a:r>
              <a:rPr lang="en-US" altLang="zh-CN" dirty="0"/>
              <a:t>401</a:t>
            </a:r>
            <a:r>
              <a:rPr lang="zh-CN" altLang="en-US" dirty="0"/>
              <a:t>则调用</a:t>
            </a:r>
            <a:r>
              <a:rPr lang="en-US" altLang="zh-CN" dirty="0"/>
              <a:t>/identity/refresh</a:t>
            </a:r>
            <a:r>
              <a:rPr lang="zh-CN" altLang="en-US" dirty="0"/>
              <a:t>获取新的</a:t>
            </a:r>
            <a:r>
              <a:rPr lang="en-US" altLang="zh-CN" dirty="0"/>
              <a:t>access token </a:t>
            </a:r>
            <a:r>
              <a:rPr lang="zh-CN" altLang="en-US" dirty="0"/>
              <a:t>再重放刚才的请求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4195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3AF93-E11D-1FE4-9B7D-D59AC319A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1.2登录页面 </a:t>
            </a:r>
            <a:r>
              <a:rPr lang="en-US" altLang="zh-CN" dirty="0">
                <a:ea typeface="等线 Light"/>
              </a:rPr>
              <a:t>- </a:t>
            </a:r>
            <a:r>
              <a:rPr lang="zh-CN" altLang="en-US">
                <a:ea typeface="等线 Light"/>
              </a:rPr>
              <a:t>注册流程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EADF2-4F93-1F04-B518-F1BA86AE9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zh-CN" dirty="0"/>
              <a:t>用户填写邮箱，点击发送验证码，</a:t>
            </a:r>
            <a:endParaRPr lang="en-US" altLang="zh-CN" dirty="0"/>
          </a:p>
          <a:p>
            <a:pPr lvl="1"/>
            <a:r>
              <a:rPr lang="zh-CN" altLang="en-US" dirty="0"/>
              <a:t>页面出现验证码输入框</a:t>
            </a:r>
            <a:endParaRPr lang="en-US" altLang="zh-CN" dirty="0"/>
          </a:p>
          <a:p>
            <a:pPr lvl="1"/>
            <a:r>
              <a:rPr lang="zh-CN" altLang="en-US" dirty="0"/>
              <a:t>用户收到</a:t>
            </a:r>
            <a:r>
              <a:rPr lang="zh-CN" altLang="zh-CN" dirty="0"/>
              <a:t>后端发送</a:t>
            </a:r>
            <a:r>
              <a:rPr lang="zh-CN" altLang="en-US" dirty="0"/>
              <a:t>的</a:t>
            </a:r>
            <a:r>
              <a:rPr lang="zh-CN" altLang="zh-CN" dirty="0"/>
              <a:t>邮件</a:t>
            </a:r>
          </a:p>
          <a:p>
            <a:pPr lvl="1"/>
            <a:r>
              <a:rPr lang="zh-CN" altLang="zh-CN" dirty="0"/>
              <a:t>用户</a:t>
            </a:r>
            <a:r>
              <a:rPr lang="zh-CN" altLang="en-US" dirty="0"/>
              <a:t>在页面</a:t>
            </a:r>
            <a:r>
              <a:rPr lang="zh-CN" altLang="zh-CN" dirty="0"/>
              <a:t>填写验证码，</a:t>
            </a:r>
            <a:r>
              <a:rPr lang="zh-CN" altLang="en-US" dirty="0"/>
              <a:t>前端检测到输入框有</a:t>
            </a:r>
            <a:r>
              <a:rPr lang="en-US" altLang="zh-CN" dirty="0"/>
              <a:t>6</a:t>
            </a:r>
            <a:r>
              <a:rPr lang="zh-CN" altLang="en-US" dirty="0"/>
              <a:t>位之后调用</a:t>
            </a:r>
            <a:r>
              <a:rPr lang="en-US" altLang="zh-CN" dirty="0"/>
              <a:t>API</a:t>
            </a:r>
            <a:endParaRPr lang="zh-CN" altLang="zh-CN" dirty="0"/>
          </a:p>
          <a:p>
            <a:pPr lvl="1"/>
            <a:r>
              <a:rPr lang="zh-CN" altLang="en-US" dirty="0"/>
              <a:t>如果验证成功则获取</a:t>
            </a:r>
            <a:r>
              <a:rPr lang="en-US" altLang="zh-CN" dirty="0"/>
              <a:t>token</a:t>
            </a:r>
            <a:r>
              <a:rPr lang="zh-CN" altLang="en-US" dirty="0"/>
              <a:t>并继续，不成功则显示验证码不正确或过期。</a:t>
            </a:r>
            <a:endParaRPr lang="en-US" altLang="zh-CN" dirty="0"/>
          </a:p>
          <a:p>
            <a:pPr lvl="1"/>
            <a:r>
              <a:rPr lang="zh-CN" altLang="en-US" dirty="0"/>
              <a:t>用户填写注册信息，点击下一步</a:t>
            </a:r>
            <a:endParaRPr lang="en-US" altLang="zh-CN" dirty="0"/>
          </a:p>
          <a:p>
            <a:pPr lvl="1"/>
            <a:r>
              <a:rPr lang="zh-CN" altLang="en-US" dirty="0"/>
              <a:t>页面跳转信息预览页面</a:t>
            </a:r>
            <a:endParaRPr lang="en-US" altLang="zh-CN" dirty="0"/>
          </a:p>
          <a:p>
            <a:pPr lvl="1"/>
            <a:r>
              <a:rPr lang="zh-CN" altLang="en-US" dirty="0"/>
              <a:t>用户确认无误点击完成，前端调用注册</a:t>
            </a:r>
            <a:r>
              <a:rPr lang="en-US" altLang="zh-CN" dirty="0"/>
              <a:t>API</a:t>
            </a:r>
            <a:r>
              <a:rPr lang="zh-CN" altLang="en-US" dirty="0"/>
              <a:t>，带上</a:t>
            </a:r>
            <a:r>
              <a:rPr lang="en-US" altLang="zh-CN" dirty="0"/>
              <a:t>token</a:t>
            </a:r>
          </a:p>
          <a:p>
            <a:pPr lvl="1"/>
            <a:r>
              <a:rPr lang="zh-CN" altLang="en-US" dirty="0"/>
              <a:t>后端操作成功则跳转提示注册成功。否则提示错误信息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6353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99AFA-AC99-23E1-3325-7749EE7D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1.3登录页面 </a:t>
            </a:r>
            <a:r>
              <a:rPr lang="en-US" altLang="zh-CN" dirty="0">
                <a:ea typeface="等线 Light"/>
              </a:rPr>
              <a:t>– </a:t>
            </a:r>
            <a:r>
              <a:rPr lang="zh-CN" altLang="en-US">
                <a:ea typeface="等线 Light"/>
              </a:rPr>
              <a:t>忘记密码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8976AA-9A13-BA8F-059C-93A2EA907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zh-CN" dirty="0"/>
              <a:t>用户</a:t>
            </a:r>
            <a:r>
              <a:rPr lang="zh-CN" altLang="en-US" dirty="0"/>
              <a:t>点击忘记密码</a:t>
            </a:r>
            <a:endParaRPr lang="en-US" altLang="zh-CN" dirty="0"/>
          </a:p>
          <a:p>
            <a:pPr lvl="1"/>
            <a:r>
              <a:rPr lang="zh-CN" altLang="zh-CN" dirty="0"/>
              <a:t>填写邮箱，点击发送验证码，</a:t>
            </a:r>
            <a:endParaRPr lang="en-US" altLang="zh-CN" dirty="0"/>
          </a:p>
          <a:p>
            <a:pPr lvl="1"/>
            <a:r>
              <a:rPr lang="zh-CN" altLang="en-US" dirty="0"/>
              <a:t>页面出现验证码输入框</a:t>
            </a:r>
            <a:endParaRPr lang="en-US" altLang="zh-CN" dirty="0"/>
          </a:p>
          <a:p>
            <a:pPr lvl="1"/>
            <a:r>
              <a:rPr lang="zh-CN" altLang="en-US" dirty="0"/>
              <a:t>用户收到</a:t>
            </a:r>
            <a:r>
              <a:rPr lang="zh-CN" altLang="zh-CN" dirty="0"/>
              <a:t>后端发送</a:t>
            </a:r>
            <a:r>
              <a:rPr lang="zh-CN" altLang="en-US" dirty="0"/>
              <a:t>的</a:t>
            </a:r>
            <a:r>
              <a:rPr lang="zh-CN" altLang="zh-CN" dirty="0"/>
              <a:t>邮件</a:t>
            </a:r>
          </a:p>
          <a:p>
            <a:pPr lvl="1"/>
            <a:r>
              <a:rPr lang="zh-CN" altLang="zh-CN" dirty="0"/>
              <a:t>用户</a:t>
            </a:r>
            <a:r>
              <a:rPr lang="zh-CN" altLang="en-US" dirty="0"/>
              <a:t>在页面</a:t>
            </a:r>
            <a:r>
              <a:rPr lang="zh-CN" altLang="zh-CN" dirty="0"/>
              <a:t>填写验证码，</a:t>
            </a:r>
            <a:r>
              <a:rPr lang="zh-CN" altLang="en-US" dirty="0"/>
              <a:t>前端检测到输入框有</a:t>
            </a:r>
            <a:r>
              <a:rPr lang="en-US" altLang="zh-CN" dirty="0"/>
              <a:t>6</a:t>
            </a:r>
            <a:r>
              <a:rPr lang="zh-CN" altLang="en-US" dirty="0"/>
              <a:t>位之后调用</a:t>
            </a:r>
            <a:r>
              <a:rPr lang="en-US" altLang="zh-CN" dirty="0"/>
              <a:t>API</a:t>
            </a:r>
            <a:endParaRPr lang="zh-CN" altLang="zh-CN" dirty="0"/>
          </a:p>
          <a:p>
            <a:pPr lvl="1"/>
            <a:r>
              <a:rPr lang="zh-CN" altLang="en-US" dirty="0"/>
              <a:t>如果验证成功则获取</a:t>
            </a:r>
            <a:r>
              <a:rPr lang="en-US" altLang="zh-CN" dirty="0"/>
              <a:t>token</a:t>
            </a:r>
            <a:r>
              <a:rPr lang="zh-CN" altLang="en-US" dirty="0"/>
              <a:t>并继续，不成功则显示验证码不正确或过期。</a:t>
            </a:r>
            <a:endParaRPr lang="en-US" altLang="zh-CN" dirty="0"/>
          </a:p>
          <a:p>
            <a:pPr lvl="1"/>
            <a:r>
              <a:rPr lang="zh-CN" altLang="en-US" dirty="0"/>
              <a:t>用户填写新密码和确认密码</a:t>
            </a:r>
            <a:endParaRPr lang="en-US" altLang="zh-CN" dirty="0"/>
          </a:p>
          <a:p>
            <a:pPr lvl="1"/>
            <a:r>
              <a:rPr lang="zh-CN" altLang="en-US" dirty="0"/>
              <a:t>用户点击确认，前端调用注册</a:t>
            </a:r>
            <a:r>
              <a:rPr lang="en-US" altLang="zh-CN" dirty="0"/>
              <a:t>API</a:t>
            </a:r>
            <a:r>
              <a:rPr lang="zh-CN" altLang="en-US" dirty="0"/>
              <a:t>，带上</a:t>
            </a:r>
            <a:r>
              <a:rPr lang="en-US" altLang="zh-CN" dirty="0"/>
              <a:t>token</a:t>
            </a:r>
          </a:p>
          <a:p>
            <a:pPr lvl="1"/>
            <a:r>
              <a:rPr lang="zh-CN" altLang="en-US" dirty="0"/>
              <a:t>后端操作成功则跳转提示注册成功。否则提示错误信息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5196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34BA6-DC47-F984-19B3-6ACC397FA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等线 Light"/>
              </a:rPr>
              <a:t>1.4</a:t>
            </a:r>
            <a:r>
              <a:rPr lang="zh-CN">
                <a:ea typeface="等线 Light"/>
              </a:rPr>
              <a:t>登录页面 </a:t>
            </a:r>
            <a:r>
              <a:rPr lang="en-US" dirty="0">
                <a:ea typeface="+mj-lt"/>
              </a:rPr>
              <a:t>– </a:t>
            </a:r>
            <a:r>
              <a:rPr lang="ja-JP" altLang="en-US">
                <a:ea typeface="+mj-lt"/>
              </a:rPr>
              <a:t>切换语言</a:t>
            </a:r>
            <a:endParaRPr lang="en-US" altLang="zh-CN">
              <a:ea typeface="等线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76AE99-7726-8930-F55A-69799292D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用户点击切换语言（第一版需要支持中文/英文）</a:t>
            </a:r>
            <a:endParaRPr lang="ja-JP" altLang="en-US">
              <a:ea typeface="游ゴシック" panose="020B0400000000000000" pitchFamily="34" charset="-128"/>
            </a:endParaRPr>
          </a:p>
          <a:p>
            <a:r>
              <a:rPr lang="ja-JP" altLang="en-US">
                <a:ea typeface="游ゴシック"/>
              </a:rPr>
              <a:t>页面语言转换到目标语言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3806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EA038-87BD-1270-A4BE-02B81144A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59EBDD-84E1-0BF9-135B-B84F58D204CB}"/>
              </a:ext>
            </a:extLst>
          </p:cNvPr>
          <p:cNvSpPr/>
          <p:nvPr/>
        </p:nvSpPr>
        <p:spPr>
          <a:xfrm>
            <a:off x="11941351" y="1459188"/>
            <a:ext cx="153552" cy="498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E9336C-D2A8-9511-C326-F13973F77C5D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189EB87-E893-71D4-E09F-2A007BB96AEA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CC803DCB-19F1-60A5-57F8-F03164C2774B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流程图: 延期 4">
              <a:extLst>
                <a:ext uri="{FF2B5EF4-FFF2-40B4-BE49-F238E27FC236}">
                  <a16:creationId xmlns:a16="http://schemas.microsoft.com/office/drawing/2014/main" id="{CB993C09-B3CE-B858-9737-B19D627472B0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D04BE7-1577-7B63-505C-410FD4D825C8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708D627-7EB4-42F1-7A85-DD51F1963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366480"/>
              </p:ext>
            </p:extLst>
          </p:nvPr>
        </p:nvGraphicFramePr>
        <p:xfrm>
          <a:off x="-1" y="1011134"/>
          <a:ext cx="2659117" cy="5817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117">
                  <a:extLst>
                    <a:ext uri="{9D8B030D-6E8A-4147-A177-3AD203B41FA5}">
                      <a16:colId xmlns:a16="http://schemas.microsoft.com/office/drawing/2014/main" val="3260511678"/>
                    </a:ext>
                  </a:extLst>
                </a:gridCol>
              </a:tblGrid>
              <a:tr h="831110">
                <a:tc>
                  <a:txBody>
                    <a:bodyPr/>
                    <a:lstStyle/>
                    <a:p>
                      <a:r>
                        <a:rPr lang="en-US" altLang="zh-CN" dirty="0"/>
                        <a:t>Home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50247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dirty="0"/>
                        <a:t>Chart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388693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  <a:p>
                      <a:pPr lvl="0">
                        <a:buNone/>
                      </a:pPr>
                      <a:endParaRPr 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401917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780905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72873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1120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213803"/>
                  </a:ext>
                </a:extLst>
              </a:tr>
            </a:tbl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C302E3B0-2CD7-7F50-8934-A40446A05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0049290"/>
              </p:ext>
            </p:extLst>
          </p:nvPr>
        </p:nvGraphicFramePr>
        <p:xfrm>
          <a:off x="6698708" y="1242184"/>
          <a:ext cx="4012324" cy="2674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CD474923-6D18-4425-5B8F-47D6AAB29166}"/>
              </a:ext>
            </a:extLst>
          </p:cNvPr>
          <p:cNvSpPr/>
          <p:nvPr/>
        </p:nvSpPr>
        <p:spPr>
          <a:xfrm>
            <a:off x="4391055" y="1679134"/>
            <a:ext cx="1219200" cy="30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68C64B-CEED-F715-951E-59A952678715}"/>
              </a:ext>
            </a:extLst>
          </p:cNvPr>
          <p:cNvSpPr txBox="1"/>
          <p:nvPr/>
        </p:nvSpPr>
        <p:spPr>
          <a:xfrm>
            <a:off x="3209172" y="1646560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Start date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D4EEDF-DD9D-D3D7-39A8-76DA8CF40733}"/>
              </a:ext>
            </a:extLst>
          </p:cNvPr>
          <p:cNvSpPr/>
          <p:nvPr/>
        </p:nvSpPr>
        <p:spPr>
          <a:xfrm>
            <a:off x="4391055" y="2073246"/>
            <a:ext cx="1219200" cy="30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596389-58C4-F210-3910-62049895EC68}"/>
              </a:ext>
            </a:extLst>
          </p:cNvPr>
          <p:cNvSpPr txBox="1"/>
          <p:nvPr/>
        </p:nvSpPr>
        <p:spPr>
          <a:xfrm>
            <a:off x="3209172" y="2040672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 date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ED9EDF-7D47-5370-46AE-A104C11A0FD8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056F3A-2A6F-0F40-09B6-2FD25E16F3F6}"/>
              </a:ext>
            </a:extLst>
          </p:cNvPr>
          <p:cNvSpPr/>
          <p:nvPr/>
        </p:nvSpPr>
        <p:spPr>
          <a:xfrm>
            <a:off x="9872270" y="281163"/>
            <a:ext cx="128399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52C011-2942-A3BE-4F4D-06580983FD1C}"/>
              </a:ext>
            </a:extLst>
          </p:cNvPr>
          <p:cNvSpPr txBox="1"/>
          <p:nvPr/>
        </p:nvSpPr>
        <p:spPr>
          <a:xfrm>
            <a:off x="9662381" y="2088572"/>
            <a:ext cx="3792696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1400" dirty="0">
                <a:ea typeface="等线"/>
              </a:rPr>
              <a:t>Total: 	</a:t>
            </a:r>
            <a:r>
              <a:rPr lang="en-US" altLang="zh-CN" sz="1400" dirty="0">
                <a:solidFill>
                  <a:srgbClr val="FF0000"/>
                </a:solidFill>
                <a:ea typeface="等线"/>
              </a:rPr>
              <a:t>170000 JPY 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/>
              <a:t>JPY: 	</a:t>
            </a:r>
            <a:r>
              <a:rPr lang="en-US" altLang="zh-CN" sz="1400" dirty="0">
                <a:solidFill>
                  <a:srgbClr val="FF0000"/>
                </a:solidFill>
              </a:rPr>
              <a:t>160000 JPY</a:t>
            </a:r>
          </a:p>
          <a:p>
            <a:r>
              <a:rPr lang="en-US" altLang="zh-CN" sz="1400" dirty="0"/>
              <a:t>RMB: 	</a:t>
            </a:r>
            <a:r>
              <a:rPr lang="en-US" altLang="zh-CN" sz="1400" dirty="0">
                <a:solidFill>
                  <a:srgbClr val="FF0000"/>
                </a:solidFill>
              </a:rPr>
              <a:t>10000 RMB</a:t>
            </a:r>
          </a:p>
          <a:p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/>
              <a:t>各类别消费金额：</a:t>
            </a:r>
            <a:endParaRPr lang="en-US" altLang="zh-CN" sz="1400" dirty="0"/>
          </a:p>
          <a:p>
            <a:r>
              <a:rPr lang="zh-CN" altLang="en-US" sz="1400" dirty="0"/>
              <a:t>餐费：</a:t>
            </a:r>
            <a:r>
              <a:rPr lang="en-US" altLang="zh-CN" sz="1400" dirty="0">
                <a:solidFill>
                  <a:srgbClr val="FF0000"/>
                </a:solidFill>
              </a:rPr>
              <a:t>5000 JPY</a:t>
            </a:r>
          </a:p>
          <a:p>
            <a:r>
              <a:rPr lang="zh-CN" altLang="en-US" sz="1400" dirty="0"/>
              <a:t>固定支出：</a:t>
            </a:r>
            <a:r>
              <a:rPr lang="en-US" altLang="zh-CN" sz="1400" dirty="0">
                <a:solidFill>
                  <a:srgbClr val="FF0000"/>
                </a:solidFill>
              </a:rPr>
              <a:t>5000 JPY</a:t>
            </a:r>
          </a:p>
          <a:p>
            <a:r>
              <a:rPr lang="en-US" altLang="zh-CN" sz="1400" dirty="0"/>
              <a:t>……</a:t>
            </a:r>
            <a:endParaRPr lang="zh-CN" alt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22171F-D558-A2FC-BAAF-D6E6A2BF63D6}"/>
              </a:ext>
            </a:extLst>
          </p:cNvPr>
          <p:cNvSpPr txBox="1"/>
          <p:nvPr/>
        </p:nvSpPr>
        <p:spPr>
          <a:xfrm>
            <a:off x="5793968" y="1563942"/>
            <a:ext cx="227086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 altLang="zh-CN" dirty="0">
                <a:ea typeface="等线"/>
              </a:rPr>
              <a:t>Last 7 days</a:t>
            </a:r>
          </a:p>
          <a:p>
            <a:pPr marL="285750" indent="-285750">
              <a:buFont typeface="Courier New"/>
              <a:buChar char="o"/>
            </a:pPr>
            <a:r>
              <a:rPr lang="en-US" altLang="zh-CN" dirty="0">
                <a:ea typeface="等线"/>
              </a:rPr>
              <a:t>last 30days</a:t>
            </a:r>
          </a:p>
          <a:p>
            <a:pPr marL="285750" indent="-285750">
              <a:buFont typeface="Courier New"/>
              <a:buChar char="o"/>
            </a:pPr>
            <a:r>
              <a:rPr lang="en-US" altLang="zh-CN" dirty="0">
                <a:ea typeface="等线"/>
              </a:rPr>
              <a:t>This month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F705A6-95AC-6B4E-3E68-4924540D0625}"/>
              </a:ext>
            </a:extLst>
          </p:cNvPr>
          <p:cNvSpPr txBox="1"/>
          <p:nvPr/>
        </p:nvSpPr>
        <p:spPr>
          <a:xfrm>
            <a:off x="11004480" y="1121805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Scroll down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DE996F-E53C-0054-6FA0-4388E545AFEC}"/>
              </a:ext>
            </a:extLst>
          </p:cNvPr>
          <p:cNvSpPr txBox="1"/>
          <p:nvPr/>
        </p:nvSpPr>
        <p:spPr>
          <a:xfrm>
            <a:off x="3316439" y="8125795"/>
            <a:ext cx="8738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对比</a:t>
            </a:r>
            <a:r>
              <a:rPr lang="en-US" altLang="zh-CN" b="1" dirty="0"/>
              <a:t>xxx</a:t>
            </a:r>
            <a:r>
              <a:rPr lang="zh-CN" altLang="en-US" b="1" dirty="0"/>
              <a:t>，各项消费的占比，以及按日平均推算的差值，显示一个百分比</a:t>
            </a:r>
            <a:r>
              <a:rPr lang="en-US" altLang="zh-CN" b="1" dirty="0"/>
              <a:t>bar</a:t>
            </a:r>
          </a:p>
          <a:p>
            <a:r>
              <a:rPr lang="zh-CN" altLang="en-US" b="1" dirty="0"/>
              <a:t>（</a:t>
            </a:r>
            <a:r>
              <a:rPr lang="en-US" altLang="zh-CN" b="1" dirty="0"/>
              <a:t>xxx</a:t>
            </a:r>
            <a:r>
              <a:rPr lang="zh-CN" altLang="en-US" b="1" dirty="0"/>
              <a:t>可以是上月，过去</a:t>
            </a:r>
            <a:r>
              <a:rPr lang="en-US" altLang="zh-CN" b="1" dirty="0"/>
              <a:t>12</a:t>
            </a:r>
            <a:r>
              <a:rPr lang="zh-CN" altLang="en-US" b="1" dirty="0"/>
              <a:t>个月的平均，或者去年同月，用单选框圆点来做选择）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962D7C-7A68-6881-CF14-9D4DDB75659F}"/>
              </a:ext>
            </a:extLst>
          </p:cNvPr>
          <p:cNvSpPr/>
          <p:nvPr/>
        </p:nvSpPr>
        <p:spPr>
          <a:xfrm>
            <a:off x="3131128" y="1147357"/>
            <a:ext cx="1219200" cy="30418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1</a:t>
            </a:r>
            <a:r>
              <a:rPr lang="zh-CN" altLang="en-US" dirty="0"/>
              <a:t>号账本</a:t>
            </a:r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2C8232BB-C4A1-0B3D-881F-2869C5F1E144}"/>
              </a:ext>
            </a:extLst>
          </p:cNvPr>
          <p:cNvSpPr/>
          <p:nvPr/>
        </p:nvSpPr>
        <p:spPr>
          <a:xfrm rot="10800000">
            <a:off x="4117213" y="1237083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15636E-DC02-D0AC-78A0-E8B7743C3B9C}"/>
              </a:ext>
            </a:extLst>
          </p:cNvPr>
          <p:cNvSpPr/>
          <p:nvPr/>
        </p:nvSpPr>
        <p:spPr>
          <a:xfrm>
            <a:off x="3343864" y="2716675"/>
            <a:ext cx="1444276" cy="30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消费类别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578280-FB9D-B20F-C5AC-B7705AEC98DC}"/>
              </a:ext>
            </a:extLst>
          </p:cNvPr>
          <p:cNvSpPr/>
          <p:nvPr/>
        </p:nvSpPr>
        <p:spPr>
          <a:xfrm>
            <a:off x="3337950" y="3236336"/>
            <a:ext cx="840827" cy="378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餐费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A3D3B3-7F93-9799-E5FC-32D030BDE3ED}"/>
              </a:ext>
            </a:extLst>
          </p:cNvPr>
          <p:cNvSpPr/>
          <p:nvPr/>
        </p:nvSpPr>
        <p:spPr>
          <a:xfrm>
            <a:off x="4280240" y="3236336"/>
            <a:ext cx="1219200" cy="378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固定支出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6691637-45B8-07A7-9F24-931C1DEC1341}"/>
              </a:ext>
            </a:extLst>
          </p:cNvPr>
          <p:cNvSpPr txBox="1"/>
          <p:nvPr/>
        </p:nvSpPr>
        <p:spPr>
          <a:xfrm>
            <a:off x="5675343" y="3262113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0FC037-E44B-E401-C703-8B3F8DCE0366}"/>
              </a:ext>
            </a:extLst>
          </p:cNvPr>
          <p:cNvSpPr txBox="1"/>
          <p:nvPr/>
        </p:nvSpPr>
        <p:spPr>
          <a:xfrm>
            <a:off x="3980745" y="3202895"/>
            <a:ext cx="247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x</a:t>
            </a:r>
            <a:endParaRPr lang="zh-CN" altLang="en-US" sz="11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8D29DCB-5DDD-431E-A806-B3F44582094E}"/>
              </a:ext>
            </a:extLst>
          </p:cNvPr>
          <p:cNvSpPr txBox="1"/>
          <p:nvPr/>
        </p:nvSpPr>
        <p:spPr>
          <a:xfrm>
            <a:off x="5283659" y="3190139"/>
            <a:ext cx="247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x</a:t>
            </a:r>
            <a:endParaRPr lang="zh-CN" altLang="en-US" sz="11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BD7513-2110-3425-468F-9C35D0038FDB}"/>
              </a:ext>
            </a:extLst>
          </p:cNvPr>
          <p:cNvSpPr/>
          <p:nvPr/>
        </p:nvSpPr>
        <p:spPr>
          <a:xfrm>
            <a:off x="4948461" y="2710006"/>
            <a:ext cx="717754" cy="3620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dirty="0">
                <a:ea typeface="等线"/>
              </a:rPr>
              <a:t>All</a:t>
            </a:r>
            <a:endParaRPr lang="en-US" altLang="zh-CN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500408-21F8-DCAD-3A92-72DABC8F76ED}"/>
              </a:ext>
            </a:extLst>
          </p:cNvPr>
          <p:cNvSpPr/>
          <p:nvPr/>
        </p:nvSpPr>
        <p:spPr>
          <a:xfrm>
            <a:off x="3780748" y="3780902"/>
            <a:ext cx="849057" cy="38920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dirty="0">
                <a:ea typeface="等线"/>
              </a:rPr>
              <a:t>Apply</a:t>
            </a:r>
          </a:p>
        </p:txBody>
      </p:sp>
      <p:sp>
        <p:nvSpPr>
          <p:cNvPr id="35" name="等腰三角形 34">
            <a:extLst>
              <a:ext uri="{FF2B5EF4-FFF2-40B4-BE49-F238E27FC236}">
                <a16:creationId xmlns:a16="http://schemas.microsoft.com/office/drawing/2014/main" id="{10C8AEA4-E23C-9649-DE56-2398C0C295CE}"/>
              </a:ext>
            </a:extLst>
          </p:cNvPr>
          <p:cNvSpPr/>
          <p:nvPr/>
        </p:nvSpPr>
        <p:spPr>
          <a:xfrm rot="10800000">
            <a:off x="4510402" y="2803795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F8BD5D34-F00A-4979-8924-481E53B3C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951490"/>
              </p:ext>
            </p:extLst>
          </p:nvPr>
        </p:nvGraphicFramePr>
        <p:xfrm>
          <a:off x="3140680" y="5100974"/>
          <a:ext cx="8015589" cy="2788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38">
                  <a:extLst>
                    <a:ext uri="{9D8B030D-6E8A-4147-A177-3AD203B41FA5}">
                      <a16:colId xmlns:a16="http://schemas.microsoft.com/office/drawing/2014/main" val="4229101138"/>
                    </a:ext>
                  </a:extLst>
                </a:gridCol>
                <a:gridCol w="703058">
                  <a:extLst>
                    <a:ext uri="{9D8B030D-6E8A-4147-A177-3AD203B41FA5}">
                      <a16:colId xmlns:a16="http://schemas.microsoft.com/office/drawing/2014/main" val="1541307738"/>
                    </a:ext>
                  </a:extLst>
                </a:gridCol>
                <a:gridCol w="1306594">
                  <a:extLst>
                    <a:ext uri="{9D8B030D-6E8A-4147-A177-3AD203B41FA5}">
                      <a16:colId xmlns:a16="http://schemas.microsoft.com/office/drawing/2014/main" val="2880715396"/>
                    </a:ext>
                  </a:extLst>
                </a:gridCol>
                <a:gridCol w="976895">
                  <a:extLst>
                    <a:ext uri="{9D8B030D-6E8A-4147-A177-3AD203B41FA5}">
                      <a16:colId xmlns:a16="http://schemas.microsoft.com/office/drawing/2014/main" val="3359646207"/>
                    </a:ext>
                  </a:extLst>
                </a:gridCol>
                <a:gridCol w="1110313">
                  <a:extLst>
                    <a:ext uri="{9D8B030D-6E8A-4147-A177-3AD203B41FA5}">
                      <a16:colId xmlns:a16="http://schemas.microsoft.com/office/drawing/2014/main" val="3519817914"/>
                    </a:ext>
                  </a:extLst>
                </a:gridCol>
                <a:gridCol w="971452">
                  <a:extLst>
                    <a:ext uri="{9D8B030D-6E8A-4147-A177-3AD203B41FA5}">
                      <a16:colId xmlns:a16="http://schemas.microsoft.com/office/drawing/2014/main" val="3081512864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30569500"/>
                    </a:ext>
                  </a:extLst>
                </a:gridCol>
                <a:gridCol w="1280749">
                  <a:extLst>
                    <a:ext uri="{9D8B030D-6E8A-4147-A177-3AD203B41FA5}">
                      <a16:colId xmlns:a16="http://schemas.microsoft.com/office/drawing/2014/main" val="277305414"/>
                    </a:ext>
                  </a:extLst>
                </a:gridCol>
              </a:tblGrid>
              <a:tr h="58532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date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Expense Amount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Expense Name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Expense Category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Currency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Converted amount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description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645674"/>
                  </a:ext>
                </a:extLst>
              </a:tr>
              <a:tr h="58532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2020-1-1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4000.0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吃饭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餐费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JPY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1000.0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吃烤肉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626432"/>
                  </a:ext>
                </a:extLst>
              </a:tr>
              <a:tr h="58532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2020-1-1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1000.0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超市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合并消费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JPY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1000.0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超市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252472"/>
                  </a:ext>
                </a:extLst>
              </a:tr>
              <a:tr h="344311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500.0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大葱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餐费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500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526097"/>
                  </a:ext>
                </a:extLst>
              </a:tr>
              <a:tr h="344311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500.0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牛肉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餐费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-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500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208427"/>
                  </a:ext>
                </a:extLst>
              </a:tr>
              <a:tr h="34431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580288"/>
                  </a:ext>
                </a:extLst>
              </a:tr>
            </a:tbl>
          </a:graphicData>
        </a:graphic>
      </p:graphicFrame>
      <p:sp>
        <p:nvSpPr>
          <p:cNvPr id="40" name="矩形 39">
            <a:extLst>
              <a:ext uri="{FF2B5EF4-FFF2-40B4-BE49-F238E27FC236}">
                <a16:creationId xmlns:a16="http://schemas.microsoft.com/office/drawing/2014/main" id="{8415AC6A-221D-57DA-E25D-25B112FE9B2D}"/>
              </a:ext>
            </a:extLst>
          </p:cNvPr>
          <p:cNvSpPr/>
          <p:nvPr/>
        </p:nvSpPr>
        <p:spPr>
          <a:xfrm>
            <a:off x="3366325" y="5816940"/>
            <a:ext cx="281631" cy="2628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0E02B8-BAD3-DF2E-3A98-150344271A40}"/>
              </a:ext>
            </a:extLst>
          </p:cNvPr>
          <p:cNvSpPr/>
          <p:nvPr/>
        </p:nvSpPr>
        <p:spPr>
          <a:xfrm>
            <a:off x="3338243" y="5226585"/>
            <a:ext cx="281631" cy="2628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C6AC820-AAA9-42CF-32D7-17D197384B83}"/>
              </a:ext>
            </a:extLst>
          </p:cNvPr>
          <p:cNvSpPr/>
          <p:nvPr/>
        </p:nvSpPr>
        <p:spPr>
          <a:xfrm>
            <a:off x="3368111" y="6379072"/>
            <a:ext cx="281631" cy="2628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C8AB6E9-001F-9F2F-707A-1F6DB24FB3B0}"/>
              </a:ext>
            </a:extLst>
          </p:cNvPr>
          <p:cNvCxnSpPr>
            <a:cxnSpLocks/>
          </p:cNvCxnSpPr>
          <p:nvPr/>
        </p:nvCxnSpPr>
        <p:spPr>
          <a:xfrm>
            <a:off x="2517538" y="6489562"/>
            <a:ext cx="691634" cy="650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D14D2EC8-EA06-B1BE-8BCA-DA6AB036216A}"/>
              </a:ext>
            </a:extLst>
          </p:cNvPr>
          <p:cNvSpPr/>
          <p:nvPr/>
        </p:nvSpPr>
        <p:spPr>
          <a:xfrm>
            <a:off x="3368111" y="6890901"/>
            <a:ext cx="281631" cy="2628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8728D75-ACDD-2E01-E6C3-1BC03419981F}"/>
              </a:ext>
            </a:extLst>
          </p:cNvPr>
          <p:cNvSpPr/>
          <p:nvPr/>
        </p:nvSpPr>
        <p:spPr>
          <a:xfrm>
            <a:off x="3368111" y="7243438"/>
            <a:ext cx="281631" cy="2628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DC22C1F-CEE9-0C00-5277-648B92286CD9}"/>
              </a:ext>
            </a:extLst>
          </p:cNvPr>
          <p:cNvSpPr/>
          <p:nvPr/>
        </p:nvSpPr>
        <p:spPr>
          <a:xfrm>
            <a:off x="4544907" y="1091690"/>
            <a:ext cx="1123033" cy="36040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账本设置</a:t>
            </a:r>
            <a:endParaRPr lang="en-US" altLang="zh-CN" dirty="0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7CBD5045-196F-EA6D-4CD4-FBD517083C1D}"/>
              </a:ext>
            </a:extLst>
          </p:cNvPr>
          <p:cNvSpPr/>
          <p:nvPr/>
        </p:nvSpPr>
        <p:spPr>
          <a:xfrm>
            <a:off x="10043786" y="4586612"/>
            <a:ext cx="410645" cy="39060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38" name="文本框 60">
            <a:extLst>
              <a:ext uri="{FF2B5EF4-FFF2-40B4-BE49-F238E27FC236}">
                <a16:creationId xmlns:a16="http://schemas.microsoft.com/office/drawing/2014/main" id="{A0FFC2C0-E78A-9EDF-AEB5-3216973D1459}"/>
              </a:ext>
            </a:extLst>
          </p:cNvPr>
          <p:cNvSpPr txBox="1"/>
          <p:nvPr/>
        </p:nvSpPr>
        <p:spPr>
          <a:xfrm>
            <a:off x="10047641" y="4521659"/>
            <a:ext cx="38591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ea typeface="等线"/>
              </a:rPr>
              <a:t>+</a:t>
            </a:r>
            <a:endParaRPr lang="ja-JP" altLang="en-US" sz="2800" dirty="0">
              <a:solidFill>
                <a:srgbClr val="FFFFFF"/>
              </a:solidFill>
            </a:endParaRPr>
          </a:p>
        </p:txBody>
      </p:sp>
      <p:pic>
        <p:nvPicPr>
          <p:cNvPr id="39" name="図 38" descr="アイコン&#10;&#10;AI 生成コンテンツは間違っている可能性があります。">
            <a:extLst>
              <a:ext uri="{FF2B5EF4-FFF2-40B4-BE49-F238E27FC236}">
                <a16:creationId xmlns:a16="http://schemas.microsoft.com/office/drawing/2014/main" id="{AF826E21-4CA4-1E72-0E40-78598E2F0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050" y="4584525"/>
            <a:ext cx="410750" cy="402922"/>
          </a:xfrm>
          <a:prstGeom prst="rect">
            <a:avLst/>
          </a:prstGeom>
        </p:spPr>
      </p:pic>
      <p:sp>
        <p:nvSpPr>
          <p:cNvPr id="53" name="矩形 32">
            <a:extLst>
              <a:ext uri="{FF2B5EF4-FFF2-40B4-BE49-F238E27FC236}">
                <a16:creationId xmlns:a16="http://schemas.microsoft.com/office/drawing/2014/main" id="{8629E846-F25F-34AA-BA2A-9DB7ED200AA7}"/>
              </a:ext>
            </a:extLst>
          </p:cNvPr>
          <p:cNvSpPr/>
          <p:nvPr/>
        </p:nvSpPr>
        <p:spPr>
          <a:xfrm>
            <a:off x="5793968" y="2710006"/>
            <a:ext cx="717754" cy="36202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Clear</a:t>
            </a:r>
          </a:p>
        </p:txBody>
      </p:sp>
      <p:sp>
        <p:nvSpPr>
          <p:cNvPr id="55" name="吹き出し: 円形 6">
            <a:extLst>
              <a:ext uri="{FF2B5EF4-FFF2-40B4-BE49-F238E27FC236}">
                <a16:creationId xmlns:a16="http://schemas.microsoft.com/office/drawing/2014/main" id="{9BA68ED1-1F70-6994-B3D0-FF2EF4556B10}"/>
              </a:ext>
            </a:extLst>
          </p:cNvPr>
          <p:cNvSpPr/>
          <p:nvPr/>
        </p:nvSpPr>
        <p:spPr>
          <a:xfrm>
            <a:off x="24410" y="3198878"/>
            <a:ext cx="2900679" cy="1290439"/>
          </a:xfrm>
          <a:prstGeom prst="wedgeEllipseCallout">
            <a:avLst>
              <a:gd name="adj1" fmla="val 60450"/>
              <a:gd name="adj2" fmla="val -7742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>
                <a:ea typeface="等线"/>
              </a:rPr>
              <a:t>排除掉合并消费类别。选择后类别立刻被添加到下方。</a:t>
            </a:r>
            <a:endParaRPr lang="ja-JP" altLang="zh-CN" sz="1400"/>
          </a:p>
          <a:p>
            <a:r>
              <a:rPr lang="zh-CN" altLang="en-US" sz="1400" dirty="0">
                <a:ea typeface="等线"/>
              </a:rPr>
              <a:t>已经被选择的类别不会出现在下拉框里。</a:t>
            </a:r>
            <a:endParaRPr lang="zh-CN" altLang="zh-CN" sz="1400" dirty="0"/>
          </a:p>
        </p:txBody>
      </p:sp>
      <p:sp>
        <p:nvSpPr>
          <p:cNvPr id="56" name="吹き出し: 円形 6">
            <a:extLst>
              <a:ext uri="{FF2B5EF4-FFF2-40B4-BE49-F238E27FC236}">
                <a16:creationId xmlns:a16="http://schemas.microsoft.com/office/drawing/2014/main" id="{E7662CB6-DBCE-D75F-6154-96F842937C36}"/>
              </a:ext>
            </a:extLst>
          </p:cNvPr>
          <p:cNvSpPr/>
          <p:nvPr/>
        </p:nvSpPr>
        <p:spPr>
          <a:xfrm>
            <a:off x="225270" y="5956596"/>
            <a:ext cx="2397595" cy="734213"/>
          </a:xfrm>
          <a:prstGeom prst="wedgeEllipseCallout">
            <a:avLst>
              <a:gd name="adj1" fmla="val 74214"/>
              <a:gd name="adj2" fmla="val 1340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点击合并消费后显示其所有子消费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77B95D6-9AFA-5BA0-3666-003034726E98}"/>
              </a:ext>
            </a:extLst>
          </p:cNvPr>
          <p:cNvCxnSpPr>
            <a:cxnSpLocks/>
          </p:cNvCxnSpPr>
          <p:nvPr/>
        </p:nvCxnSpPr>
        <p:spPr>
          <a:xfrm>
            <a:off x="2602143" y="6489562"/>
            <a:ext cx="653753" cy="327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矩形 66">
            <a:extLst>
              <a:ext uri="{FF2B5EF4-FFF2-40B4-BE49-F238E27FC236}">
                <a16:creationId xmlns:a16="http://schemas.microsoft.com/office/drawing/2014/main" id="{55C74260-89ED-13D8-D6D9-47B5DE04BAE4}"/>
              </a:ext>
            </a:extLst>
          </p:cNvPr>
          <p:cNvSpPr/>
          <p:nvPr/>
        </p:nvSpPr>
        <p:spPr>
          <a:xfrm>
            <a:off x="3145824" y="6226595"/>
            <a:ext cx="8008003" cy="16926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吹き出し: 円形 6">
            <a:extLst>
              <a:ext uri="{FF2B5EF4-FFF2-40B4-BE49-F238E27FC236}">
                <a16:creationId xmlns:a16="http://schemas.microsoft.com/office/drawing/2014/main" id="{A14C258F-F0E4-BD20-F2E4-D6E1376B5230}"/>
              </a:ext>
            </a:extLst>
          </p:cNvPr>
          <p:cNvSpPr/>
          <p:nvPr/>
        </p:nvSpPr>
        <p:spPr>
          <a:xfrm>
            <a:off x="6698708" y="4270341"/>
            <a:ext cx="2683671" cy="734213"/>
          </a:xfrm>
          <a:prstGeom prst="wedgeEllipseCallout">
            <a:avLst>
              <a:gd name="adj1" fmla="val 74214"/>
              <a:gd name="adj2" fmla="val 1340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>
                <a:ea typeface="等线"/>
              </a:rPr>
              <a:t>点击加号按钮后表格和按钮上方出现新的行，输入新消费记录</a:t>
            </a:r>
          </a:p>
        </p:txBody>
      </p:sp>
      <p:sp>
        <p:nvSpPr>
          <p:cNvPr id="70" name="吹き出し: 円形 6">
            <a:extLst>
              <a:ext uri="{FF2B5EF4-FFF2-40B4-BE49-F238E27FC236}">
                <a16:creationId xmlns:a16="http://schemas.microsoft.com/office/drawing/2014/main" id="{94E8A37F-022C-D955-83B0-02D7521335DD}"/>
              </a:ext>
            </a:extLst>
          </p:cNvPr>
          <p:cNvSpPr/>
          <p:nvPr/>
        </p:nvSpPr>
        <p:spPr>
          <a:xfrm>
            <a:off x="12865880" y="5841783"/>
            <a:ext cx="2572594" cy="1221307"/>
          </a:xfrm>
          <a:prstGeom prst="wedgeEllipseCallout">
            <a:avLst>
              <a:gd name="adj1" fmla="val -96669"/>
              <a:gd name="adj2" fmla="val -5031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>
                <a:ea typeface="等线"/>
              </a:rPr>
              <a:t>点击编辑按钮后消费记录内容可编辑。</a:t>
            </a:r>
          </a:p>
        </p:txBody>
      </p:sp>
      <p:sp>
        <p:nvSpPr>
          <p:cNvPr id="71" name="吹き出し: 円形 6">
            <a:extLst>
              <a:ext uri="{FF2B5EF4-FFF2-40B4-BE49-F238E27FC236}">
                <a16:creationId xmlns:a16="http://schemas.microsoft.com/office/drawing/2014/main" id="{03039B7F-1A93-09F1-E8BB-1CAB281D3E36}"/>
              </a:ext>
            </a:extLst>
          </p:cNvPr>
          <p:cNvSpPr/>
          <p:nvPr/>
        </p:nvSpPr>
        <p:spPr>
          <a:xfrm>
            <a:off x="12256280" y="1483580"/>
            <a:ext cx="2397595" cy="734213"/>
          </a:xfrm>
          <a:prstGeom prst="wedgeEllipseCallout">
            <a:avLst>
              <a:gd name="adj1" fmla="val -67105"/>
              <a:gd name="adj2" fmla="val 68435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消费总额和分类总额只能显示账本基准货币</a:t>
            </a:r>
          </a:p>
        </p:txBody>
      </p:sp>
      <p:sp>
        <p:nvSpPr>
          <p:cNvPr id="72" name="吹き出し: 円形 6">
            <a:extLst>
              <a:ext uri="{FF2B5EF4-FFF2-40B4-BE49-F238E27FC236}">
                <a16:creationId xmlns:a16="http://schemas.microsoft.com/office/drawing/2014/main" id="{F988327E-CD5E-8842-6EE4-400F1212D250}"/>
              </a:ext>
            </a:extLst>
          </p:cNvPr>
          <p:cNvSpPr/>
          <p:nvPr/>
        </p:nvSpPr>
        <p:spPr>
          <a:xfrm>
            <a:off x="6795243" y="2702580"/>
            <a:ext cx="1877322" cy="734213"/>
          </a:xfrm>
          <a:prstGeom prst="wedgeEllipseCallout">
            <a:avLst>
              <a:gd name="adj1" fmla="val -40633"/>
              <a:gd name="adj2" fmla="val -8217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>
                <a:ea typeface="等线"/>
              </a:rPr>
              <a:t>单选框，选了以后两个</a:t>
            </a:r>
            <a:r>
              <a:rPr lang="en-US" altLang="zh-CN" sz="1400" dirty="0">
                <a:ea typeface="等线"/>
              </a:rPr>
              <a:t>date</a:t>
            </a:r>
            <a:r>
              <a:rPr lang="zh-CN" altLang="en-US" sz="1400" dirty="0">
                <a:ea typeface="等线"/>
              </a:rPr>
              <a:t>自动改。</a:t>
            </a:r>
          </a:p>
        </p:txBody>
      </p:sp>
      <p:sp>
        <p:nvSpPr>
          <p:cNvPr id="73" name="吹き出し: 円形 6">
            <a:extLst>
              <a:ext uri="{FF2B5EF4-FFF2-40B4-BE49-F238E27FC236}">
                <a16:creationId xmlns:a16="http://schemas.microsoft.com/office/drawing/2014/main" id="{9001363D-84F5-A99A-C210-063AB130E10D}"/>
              </a:ext>
            </a:extLst>
          </p:cNvPr>
          <p:cNvSpPr/>
          <p:nvPr/>
        </p:nvSpPr>
        <p:spPr>
          <a:xfrm>
            <a:off x="1090398" y="1747036"/>
            <a:ext cx="1825326" cy="740236"/>
          </a:xfrm>
          <a:prstGeom prst="wedgeEllipseCallout">
            <a:avLst>
              <a:gd name="adj1" fmla="val 58120"/>
              <a:gd name="adj2" fmla="val -99451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>
                <a:ea typeface="等线"/>
              </a:rPr>
              <a:t>选择后整个页面变成所选账本的数据</a:t>
            </a:r>
            <a:endParaRPr lang="zh-CN" altLang="zh-CN" sz="1400" dirty="0"/>
          </a:p>
        </p:txBody>
      </p:sp>
      <p:sp>
        <p:nvSpPr>
          <p:cNvPr id="74" name="吹き出し: 円形 6">
            <a:extLst>
              <a:ext uri="{FF2B5EF4-FFF2-40B4-BE49-F238E27FC236}">
                <a16:creationId xmlns:a16="http://schemas.microsoft.com/office/drawing/2014/main" id="{C7D953D5-2B35-6EA9-1406-0EB08D0CEA67}"/>
              </a:ext>
            </a:extLst>
          </p:cNvPr>
          <p:cNvSpPr/>
          <p:nvPr/>
        </p:nvSpPr>
        <p:spPr>
          <a:xfrm>
            <a:off x="6001485" y="1061159"/>
            <a:ext cx="1568135" cy="535376"/>
          </a:xfrm>
          <a:prstGeom prst="wedgeEllipseCallout">
            <a:avLst>
              <a:gd name="adj1" fmla="val -68528"/>
              <a:gd name="adj2" fmla="val -1623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>
                <a:ea typeface="等线"/>
              </a:rPr>
              <a:t>点击进入账本设置页面</a:t>
            </a:r>
            <a:endParaRPr lang="zh-CN" altLang="zh-CN" sz="1400" dirty="0"/>
          </a:p>
        </p:txBody>
      </p:sp>
      <p:sp>
        <p:nvSpPr>
          <p:cNvPr id="75" name="吹き出し: 円形 6">
            <a:extLst>
              <a:ext uri="{FF2B5EF4-FFF2-40B4-BE49-F238E27FC236}">
                <a16:creationId xmlns:a16="http://schemas.microsoft.com/office/drawing/2014/main" id="{34298267-1836-CCED-D4D9-1EFC82BD3F8D}"/>
              </a:ext>
            </a:extLst>
          </p:cNvPr>
          <p:cNvSpPr/>
          <p:nvPr/>
        </p:nvSpPr>
        <p:spPr>
          <a:xfrm>
            <a:off x="11421859" y="4859005"/>
            <a:ext cx="2397595" cy="734213"/>
          </a:xfrm>
          <a:prstGeom prst="wedgeEllipseCallout">
            <a:avLst>
              <a:gd name="adj1" fmla="val -57348"/>
              <a:gd name="adj2" fmla="val -5514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>
                <a:ea typeface="等线"/>
              </a:rPr>
              <a:t>点击删除按钮后删除checkbox选中的记录</a:t>
            </a:r>
          </a:p>
        </p:txBody>
      </p:sp>
      <p:sp>
        <p:nvSpPr>
          <p:cNvPr id="76" name="吹き出し: 円形 6">
            <a:extLst>
              <a:ext uri="{FF2B5EF4-FFF2-40B4-BE49-F238E27FC236}">
                <a16:creationId xmlns:a16="http://schemas.microsoft.com/office/drawing/2014/main" id="{92F58BFB-0C34-19FC-78BB-4335CF9F3F4C}"/>
              </a:ext>
            </a:extLst>
          </p:cNvPr>
          <p:cNvSpPr/>
          <p:nvPr/>
        </p:nvSpPr>
        <p:spPr>
          <a:xfrm>
            <a:off x="10658538" y="-676236"/>
            <a:ext cx="1311694" cy="523907"/>
          </a:xfrm>
          <a:prstGeom prst="wedgeEllipseCallout">
            <a:avLst>
              <a:gd name="adj1" fmla="val -40085"/>
              <a:gd name="adj2" fmla="val 141496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更换语言</a:t>
            </a:r>
          </a:p>
        </p:txBody>
      </p:sp>
      <p:sp>
        <p:nvSpPr>
          <p:cNvPr id="77" name="吹き出し: 円形 6">
            <a:extLst>
              <a:ext uri="{FF2B5EF4-FFF2-40B4-BE49-F238E27FC236}">
                <a16:creationId xmlns:a16="http://schemas.microsoft.com/office/drawing/2014/main" id="{01508F0E-8006-16EC-3088-55E668248EB3}"/>
              </a:ext>
            </a:extLst>
          </p:cNvPr>
          <p:cNvSpPr/>
          <p:nvPr/>
        </p:nvSpPr>
        <p:spPr>
          <a:xfrm>
            <a:off x="12391814" y="-384962"/>
            <a:ext cx="2076754" cy="843616"/>
          </a:xfrm>
          <a:prstGeom prst="wedgeEllipseCallout">
            <a:avLst>
              <a:gd name="adj1" fmla="val -80046"/>
              <a:gd name="adj2" fmla="val 49209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点击后出现选择列表：登出，用户设置</a:t>
            </a:r>
          </a:p>
        </p:txBody>
      </p:sp>
      <p:pic>
        <p:nvPicPr>
          <p:cNvPr id="20" name="図 19" descr="アイコン&#10;&#10;AI 生成コンテンツは間違っている可能性があります。">
            <a:extLst>
              <a:ext uri="{FF2B5EF4-FFF2-40B4-BE49-F238E27FC236}">
                <a16:creationId xmlns:a16="http://schemas.microsoft.com/office/drawing/2014/main" id="{485A9B33-845E-B398-7D5A-5762BF112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077" y="258127"/>
            <a:ext cx="487045" cy="438785"/>
          </a:xfrm>
          <a:prstGeom prst="rect">
            <a:avLst/>
          </a:prstGeom>
        </p:spPr>
      </p:pic>
      <p:sp>
        <p:nvSpPr>
          <p:cNvPr id="26" name="吹き出し: 円形 6">
            <a:extLst>
              <a:ext uri="{FF2B5EF4-FFF2-40B4-BE49-F238E27FC236}">
                <a16:creationId xmlns:a16="http://schemas.microsoft.com/office/drawing/2014/main" id="{4DFC590D-E231-D7A0-093D-21DF7174E9B1}"/>
              </a:ext>
            </a:extLst>
          </p:cNvPr>
          <p:cNvSpPr/>
          <p:nvPr/>
        </p:nvSpPr>
        <p:spPr>
          <a:xfrm>
            <a:off x="9002457" y="-676235"/>
            <a:ext cx="1311694" cy="523907"/>
          </a:xfrm>
          <a:prstGeom prst="wedgeEllipseCallout">
            <a:avLst>
              <a:gd name="adj1" fmla="val -40085"/>
              <a:gd name="adj2" fmla="val 141496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>
                <a:ea typeface="等线"/>
              </a:rPr>
              <a:t>系统消息</a:t>
            </a:r>
            <a:endParaRPr lang="zh-CN" altLang="en-US" sz="1400" dirty="0">
              <a:ea typeface="等线"/>
            </a:endParaRPr>
          </a:p>
        </p:txBody>
      </p:sp>
      <p:pic>
        <p:nvPicPr>
          <p:cNvPr id="27" name="図 26" descr="アイコン&#10;&#10;AI 生成コンテンツは間違っている可能性があります。">
            <a:extLst>
              <a:ext uri="{FF2B5EF4-FFF2-40B4-BE49-F238E27FC236}">
                <a16:creationId xmlns:a16="http://schemas.microsoft.com/office/drawing/2014/main" id="{3BFBC5D0-1A25-F991-882A-0689459E9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2035" y="5683885"/>
            <a:ext cx="405130" cy="387350"/>
          </a:xfrm>
          <a:prstGeom prst="rect">
            <a:avLst/>
          </a:prstGeom>
        </p:spPr>
      </p:pic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2D303FB1-F707-3CAE-AB52-BD267F141212}"/>
              </a:ext>
            </a:extLst>
          </p:cNvPr>
          <p:cNvSpPr/>
          <p:nvPr/>
        </p:nvSpPr>
        <p:spPr>
          <a:xfrm>
            <a:off x="11226800" y="6233159"/>
            <a:ext cx="396240" cy="38608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6" name="文本框 60">
            <a:extLst>
              <a:ext uri="{FF2B5EF4-FFF2-40B4-BE49-F238E27FC236}">
                <a16:creationId xmlns:a16="http://schemas.microsoft.com/office/drawing/2014/main" id="{4B8D30DD-E354-B5AC-DF51-63711DB1373F}"/>
              </a:ext>
            </a:extLst>
          </p:cNvPr>
          <p:cNvSpPr txBox="1"/>
          <p:nvPr/>
        </p:nvSpPr>
        <p:spPr>
          <a:xfrm>
            <a:off x="11205880" y="6238699"/>
            <a:ext cx="38591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000">
                <a:solidFill>
                  <a:srgbClr val="FFFFFF"/>
                </a:solidFill>
                <a:ea typeface="等线"/>
              </a:rPr>
              <a:t>√</a:t>
            </a:r>
            <a:endParaRPr lang="ja-JP" altLang="en-US" sz="2000">
              <a:solidFill>
                <a:srgbClr val="FFFFFF"/>
              </a:solidFill>
              <a:ea typeface="游ゴシック"/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D189804D-74CB-0451-3562-61E94B2BFB94}"/>
              </a:ext>
            </a:extLst>
          </p:cNvPr>
          <p:cNvSpPr/>
          <p:nvPr/>
        </p:nvSpPr>
        <p:spPr>
          <a:xfrm>
            <a:off x="11724640" y="6233158"/>
            <a:ext cx="396240" cy="386080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50" name="文本框 60">
            <a:extLst>
              <a:ext uri="{FF2B5EF4-FFF2-40B4-BE49-F238E27FC236}">
                <a16:creationId xmlns:a16="http://schemas.microsoft.com/office/drawing/2014/main" id="{0639843F-8423-78E3-B1E0-74B8ACA99F78}"/>
              </a:ext>
            </a:extLst>
          </p:cNvPr>
          <p:cNvSpPr txBox="1"/>
          <p:nvPr/>
        </p:nvSpPr>
        <p:spPr>
          <a:xfrm>
            <a:off x="11764679" y="6248859"/>
            <a:ext cx="38591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000">
                <a:solidFill>
                  <a:srgbClr val="FFFFFF"/>
                </a:solidFill>
                <a:ea typeface="等线"/>
              </a:rPr>
              <a:t>X</a:t>
            </a:r>
            <a:endParaRPr lang="zh-CN" altLang="en-US" sz="2000" dirty="0">
              <a:solidFill>
                <a:srgbClr val="FFFFFF"/>
              </a:solidFill>
              <a:ea typeface="等线"/>
            </a:endParaRPr>
          </a:p>
        </p:txBody>
      </p:sp>
      <p:sp>
        <p:nvSpPr>
          <p:cNvPr id="52" name="吹き出し: 円形 6">
            <a:extLst>
              <a:ext uri="{FF2B5EF4-FFF2-40B4-BE49-F238E27FC236}">
                <a16:creationId xmlns:a16="http://schemas.microsoft.com/office/drawing/2014/main" id="{B0FF0605-F9EC-3F15-352E-6C6068FD2681}"/>
              </a:ext>
            </a:extLst>
          </p:cNvPr>
          <p:cNvSpPr/>
          <p:nvPr/>
        </p:nvSpPr>
        <p:spPr>
          <a:xfrm>
            <a:off x="11767299" y="6748765"/>
            <a:ext cx="2397595" cy="734213"/>
          </a:xfrm>
          <a:prstGeom prst="wedgeEllipseCallout">
            <a:avLst>
              <a:gd name="adj1" fmla="val -57348"/>
              <a:gd name="adj2" fmla="val -5514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>
                <a:ea typeface="等线"/>
              </a:rPr>
              <a:t>点击编辑按钮后，按钮消失，变成红绿两个按钮。</a:t>
            </a:r>
            <a:endParaRPr lang="zh-CN" altLang="en-US" sz="1400" dirty="0">
              <a:ea typeface="等线"/>
            </a:endParaRPr>
          </a:p>
        </p:txBody>
      </p:sp>
      <p:sp>
        <p:nvSpPr>
          <p:cNvPr id="59" name="矩形 38">
            <a:extLst>
              <a:ext uri="{FF2B5EF4-FFF2-40B4-BE49-F238E27FC236}">
                <a16:creationId xmlns:a16="http://schemas.microsoft.com/office/drawing/2014/main" id="{C3A1B57E-245C-CA35-E769-FD9735668068}"/>
              </a:ext>
            </a:extLst>
          </p:cNvPr>
          <p:cNvSpPr/>
          <p:nvPr/>
        </p:nvSpPr>
        <p:spPr>
          <a:xfrm>
            <a:off x="8453629" y="7585979"/>
            <a:ext cx="1844056" cy="5145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zh-CN" sz="1400" dirty="0">
                <a:ea typeface="等线"/>
              </a:rPr>
              <a:t>Total: </a:t>
            </a:r>
            <a:r>
              <a:rPr lang="zh-CN" altLang="en-US" sz="1400">
                <a:ea typeface="等线"/>
              </a:rPr>
              <a:t>当前的子消费累加金额，税率：</a:t>
            </a:r>
            <a:endParaRPr lang="en-US" altLang="zh-CN" sz="1400">
              <a:ea typeface="等线"/>
            </a:endParaRPr>
          </a:p>
        </p:txBody>
      </p:sp>
      <p:sp>
        <p:nvSpPr>
          <p:cNvPr id="61" name="楕円 25">
            <a:extLst>
              <a:ext uri="{FF2B5EF4-FFF2-40B4-BE49-F238E27FC236}">
                <a16:creationId xmlns:a16="http://schemas.microsoft.com/office/drawing/2014/main" id="{2240F437-B7D8-15B3-687F-89BD2C06C991}"/>
              </a:ext>
            </a:extLst>
          </p:cNvPr>
          <p:cNvSpPr/>
          <p:nvPr/>
        </p:nvSpPr>
        <p:spPr>
          <a:xfrm>
            <a:off x="10547609" y="7626832"/>
            <a:ext cx="410645" cy="39060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64" name="文本框 60">
            <a:extLst>
              <a:ext uri="{FF2B5EF4-FFF2-40B4-BE49-F238E27FC236}">
                <a16:creationId xmlns:a16="http://schemas.microsoft.com/office/drawing/2014/main" id="{442AC77D-C448-D804-275D-68D59385DAF0}"/>
              </a:ext>
            </a:extLst>
          </p:cNvPr>
          <p:cNvSpPr txBox="1"/>
          <p:nvPr/>
        </p:nvSpPr>
        <p:spPr>
          <a:xfrm>
            <a:off x="10547609" y="7545339"/>
            <a:ext cx="38591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ea typeface="等线"/>
              </a:rPr>
              <a:t>+</a:t>
            </a:r>
            <a:endParaRPr lang="ja-JP" altLang="en-US" sz="2800" dirty="0">
              <a:solidFill>
                <a:srgbClr val="FFFFFF"/>
              </a:solidFill>
            </a:endParaRPr>
          </a:p>
        </p:txBody>
      </p:sp>
      <p:sp>
        <p:nvSpPr>
          <p:cNvPr id="66" name="吹き出し: 円形 6">
            <a:extLst>
              <a:ext uri="{FF2B5EF4-FFF2-40B4-BE49-F238E27FC236}">
                <a16:creationId xmlns:a16="http://schemas.microsoft.com/office/drawing/2014/main" id="{35AE3E73-4860-5280-0C1A-27B76150C5A8}"/>
              </a:ext>
            </a:extLst>
          </p:cNvPr>
          <p:cNvSpPr/>
          <p:nvPr/>
        </p:nvSpPr>
        <p:spPr>
          <a:xfrm>
            <a:off x="11403633" y="7812172"/>
            <a:ext cx="2767318" cy="749260"/>
          </a:xfrm>
          <a:prstGeom prst="wedgeEllipseCallout">
            <a:avLst>
              <a:gd name="adj1" fmla="val -69185"/>
              <a:gd name="adj2" fmla="val -2589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>
                <a:ea typeface="等线"/>
              </a:rPr>
              <a:t>对合并消费编辑时出现新一行。点击加号新增一行，这一行下移</a:t>
            </a:r>
          </a:p>
        </p:txBody>
      </p:sp>
    </p:spTree>
    <p:extLst>
      <p:ext uri="{BB962C8B-B14F-4D97-AF65-F5344CB8AC3E}">
        <p14:creationId xmlns:p14="http://schemas.microsoft.com/office/powerpoint/2010/main" val="85565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6613F-8C24-1739-89B9-664462C5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737160C-8621-2E11-2AF6-FCE863B753B8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88B91E6-62AD-97BE-C44D-0F29644070C8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FAD55C7-6ACC-4BE9-BFAB-3EC414C63EDD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流程图: 延期 4">
              <a:extLst>
                <a:ext uri="{FF2B5EF4-FFF2-40B4-BE49-F238E27FC236}">
                  <a16:creationId xmlns:a16="http://schemas.microsoft.com/office/drawing/2014/main" id="{3E3AC933-F502-FA5B-B0F6-19B7D759F6EE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FD033C7-2DF7-DC7E-06D9-23EED7A0D709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52BA14F-D813-93E0-3688-A175B7C3F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706870"/>
              </p:ext>
            </p:extLst>
          </p:nvPr>
        </p:nvGraphicFramePr>
        <p:xfrm>
          <a:off x="-1" y="1011134"/>
          <a:ext cx="2659117" cy="5817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117">
                  <a:extLst>
                    <a:ext uri="{9D8B030D-6E8A-4147-A177-3AD203B41FA5}">
                      <a16:colId xmlns:a16="http://schemas.microsoft.com/office/drawing/2014/main" val="3260511678"/>
                    </a:ext>
                  </a:extLst>
                </a:gridCol>
              </a:tblGrid>
              <a:tr h="831110">
                <a:tc>
                  <a:txBody>
                    <a:bodyPr/>
                    <a:lstStyle/>
                    <a:p>
                      <a:r>
                        <a:rPr lang="en-US" altLang="zh-CN" dirty="0"/>
                        <a:t>Home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50247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dirty="0"/>
                        <a:t>Chart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388693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401917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780905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72873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1120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213803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1E6BEC5A-CB25-C111-B781-6C80E898D399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D7719A2-9711-C643-28E1-E4A97CA06DC5}"/>
              </a:ext>
            </a:extLst>
          </p:cNvPr>
          <p:cNvSpPr/>
          <p:nvPr/>
        </p:nvSpPr>
        <p:spPr>
          <a:xfrm>
            <a:off x="9902750" y="281163"/>
            <a:ext cx="1263679" cy="3682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6CB307-1805-259C-03AF-A43F761FF9A1}"/>
              </a:ext>
            </a:extLst>
          </p:cNvPr>
          <p:cNvSpPr txBox="1"/>
          <p:nvPr/>
        </p:nvSpPr>
        <p:spPr>
          <a:xfrm>
            <a:off x="3069962" y="1341835"/>
            <a:ext cx="2039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合并消费的情况：</a:t>
            </a: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93133030-EE2B-12A0-CEE6-68D2C601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361760"/>
              </p:ext>
            </p:extLst>
          </p:nvPr>
        </p:nvGraphicFramePr>
        <p:xfrm>
          <a:off x="3015906" y="1742482"/>
          <a:ext cx="8713179" cy="4970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480">
                  <a:extLst>
                    <a:ext uri="{9D8B030D-6E8A-4147-A177-3AD203B41FA5}">
                      <a16:colId xmlns:a16="http://schemas.microsoft.com/office/drawing/2014/main" val="3684487878"/>
                    </a:ext>
                  </a:extLst>
                </a:gridCol>
                <a:gridCol w="724620">
                  <a:extLst>
                    <a:ext uri="{9D8B030D-6E8A-4147-A177-3AD203B41FA5}">
                      <a16:colId xmlns:a16="http://schemas.microsoft.com/office/drawing/2014/main" val="1107952409"/>
                    </a:ext>
                  </a:extLst>
                </a:gridCol>
                <a:gridCol w="1422098">
                  <a:extLst>
                    <a:ext uri="{9D8B030D-6E8A-4147-A177-3AD203B41FA5}">
                      <a16:colId xmlns:a16="http://schemas.microsoft.com/office/drawing/2014/main" val="4186152435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4278941799"/>
                    </a:ext>
                  </a:extLst>
                </a:gridCol>
                <a:gridCol w="1217037">
                  <a:extLst>
                    <a:ext uri="{9D8B030D-6E8A-4147-A177-3AD203B41FA5}">
                      <a16:colId xmlns:a16="http://schemas.microsoft.com/office/drawing/2014/main" val="795730983"/>
                    </a:ext>
                  </a:extLst>
                </a:gridCol>
                <a:gridCol w="1191323">
                  <a:extLst>
                    <a:ext uri="{9D8B030D-6E8A-4147-A177-3AD203B41FA5}">
                      <a16:colId xmlns:a16="http://schemas.microsoft.com/office/drawing/2014/main" val="947722239"/>
                    </a:ext>
                  </a:extLst>
                </a:gridCol>
                <a:gridCol w="1165311">
                  <a:extLst>
                    <a:ext uri="{9D8B030D-6E8A-4147-A177-3AD203B41FA5}">
                      <a16:colId xmlns:a16="http://schemas.microsoft.com/office/drawing/2014/main" val="3836719887"/>
                    </a:ext>
                  </a:extLst>
                </a:gridCol>
                <a:gridCol w="1243050">
                  <a:extLst>
                    <a:ext uri="{9D8B030D-6E8A-4147-A177-3AD203B41FA5}">
                      <a16:colId xmlns:a16="http://schemas.microsoft.com/office/drawing/2014/main" val="210305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date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Expense Amount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Expense Name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Expense Category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Currency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Converted amount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description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49969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默认当天，可改（日历）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下拉框</a:t>
                      </a:r>
                      <a:r>
                        <a:rPr lang="en-US" altLang="zh-CN" sz="1400" dirty="0"/>
                        <a:t>,</a:t>
                      </a:r>
                      <a:r>
                        <a:rPr lang="zh-CN" altLang="en-US" sz="1400" dirty="0"/>
                        <a:t>非合并消费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默认为账本货币，可改，下拉框？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选了</a:t>
                      </a:r>
                      <a:r>
                        <a:rPr lang="en-US" altLang="zh-CN" sz="1400" dirty="0"/>
                        <a:t>Currency</a:t>
                      </a:r>
                      <a:r>
                        <a:rPr lang="zh-CN" altLang="en-US" sz="1400" dirty="0"/>
                        <a:t>之后自动计算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6909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默认当天，可改（日历）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下拉框（</a:t>
                      </a:r>
                      <a:r>
                        <a:rPr lang="zh-CN" altLang="en-US" sz="1400" b="1" dirty="0">
                          <a:solidFill>
                            <a:srgbClr val="FF0000"/>
                          </a:solidFill>
                        </a:rPr>
                        <a:t>某个合并消费类型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默认为账本货币，可改，下拉框？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选了</a:t>
                      </a:r>
                      <a:r>
                        <a:rPr lang="en-US" altLang="zh-CN" sz="1400" dirty="0"/>
                        <a:t>Currency</a:t>
                      </a:r>
                      <a:r>
                        <a:rPr lang="zh-CN" altLang="en-US" sz="1400" dirty="0"/>
                        <a:t>之后自动计算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39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</a:rPr>
                        <a:t>不可输入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rgbClr val="FF0000"/>
                          </a:solidFill>
                        </a:rPr>
                        <a:t>不可输入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选了</a:t>
                      </a:r>
                      <a:r>
                        <a:rPr lang="en-US" altLang="zh-CN" sz="1400" dirty="0"/>
                        <a:t>Currency</a:t>
                      </a:r>
                      <a:r>
                        <a:rPr lang="zh-CN" altLang="en-US" sz="1400" dirty="0"/>
                        <a:t>之后自动计算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053076"/>
                  </a:ext>
                </a:extLst>
              </a:tr>
              <a:tr h="673001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2687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默认当天，可改（日历）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下拉框</a:t>
                      </a:r>
                      <a:r>
                        <a:rPr lang="en-US" altLang="zh-CN" sz="1400" dirty="0"/>
                        <a:t>,</a:t>
                      </a:r>
                      <a:r>
                        <a:rPr lang="zh-CN" altLang="en-US" sz="1400" dirty="0"/>
                        <a:t>非合并消费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默认为账本货币，可改，下拉框？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选了</a:t>
                      </a:r>
                      <a:r>
                        <a:rPr lang="en-US" altLang="zh-CN" sz="1400" dirty="0"/>
                        <a:t>Currency</a:t>
                      </a:r>
                      <a:r>
                        <a:rPr lang="zh-CN" altLang="en-US" sz="1400" dirty="0"/>
                        <a:t>之后自动计算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922586"/>
                  </a:ext>
                </a:extLst>
              </a:tr>
            </a:tbl>
          </a:graphicData>
        </a:graphic>
      </p:graphicFrame>
      <p:sp>
        <p:nvSpPr>
          <p:cNvPr id="39" name="矩形 38">
            <a:extLst>
              <a:ext uri="{FF2B5EF4-FFF2-40B4-BE49-F238E27FC236}">
                <a16:creationId xmlns:a16="http://schemas.microsoft.com/office/drawing/2014/main" id="{043529C5-39A4-8C49-716B-026F1B8E6690}"/>
              </a:ext>
            </a:extLst>
          </p:cNvPr>
          <p:cNvSpPr/>
          <p:nvPr/>
        </p:nvSpPr>
        <p:spPr>
          <a:xfrm>
            <a:off x="8971789" y="5178059"/>
            <a:ext cx="1844056" cy="5145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zh-CN" sz="1400" dirty="0">
                <a:ea typeface="等线"/>
              </a:rPr>
              <a:t>Total: </a:t>
            </a:r>
            <a:r>
              <a:rPr lang="zh-CN" altLang="en-US" sz="1400">
                <a:ea typeface="等线"/>
              </a:rPr>
              <a:t>当前的子消费累加金额，税率：</a:t>
            </a:r>
            <a:endParaRPr lang="en-US" altLang="zh-CN" sz="1400">
              <a:ea typeface="等线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8A88310-FC22-BF3E-D707-20DD0E4F16B1}"/>
              </a:ext>
            </a:extLst>
          </p:cNvPr>
          <p:cNvSpPr txBox="1"/>
          <p:nvPr/>
        </p:nvSpPr>
        <p:spPr>
          <a:xfrm>
            <a:off x="3232680" y="-1935993"/>
            <a:ext cx="7362041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点击加号按钮之后，按钮上方出现一行</a:t>
            </a:r>
            <a:r>
              <a:rPr lang="zh-CN" altLang="en-US" sz="2400" b="1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表格，右侧多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出两个按钮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Confirm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和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cancel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。删除按钮被隐藏，开始添加新消费记录。</a:t>
            </a:r>
            <a:endParaRPr 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直到点击cancel或者confirm，或者把所有添加的都点击减号键取消后，删除按钮恢复。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7447180F-4D4D-FCF0-38C4-46ADDA3E6754}"/>
              </a:ext>
            </a:extLst>
          </p:cNvPr>
          <p:cNvSpPr/>
          <p:nvPr/>
        </p:nvSpPr>
        <p:spPr>
          <a:xfrm>
            <a:off x="11735416" y="2829694"/>
            <a:ext cx="410645" cy="3906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38" name="文本框 60">
            <a:extLst>
              <a:ext uri="{FF2B5EF4-FFF2-40B4-BE49-F238E27FC236}">
                <a16:creationId xmlns:a16="http://schemas.microsoft.com/office/drawing/2014/main" id="{496E8665-C6F2-25A7-BF7D-ECBF4BF39CA2}"/>
              </a:ext>
            </a:extLst>
          </p:cNvPr>
          <p:cNvSpPr txBox="1"/>
          <p:nvPr/>
        </p:nvSpPr>
        <p:spPr>
          <a:xfrm>
            <a:off x="11728834" y="2618603"/>
            <a:ext cx="3859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B183708C-23D7-C9BD-8071-A4F0F12D9E90}"/>
              </a:ext>
            </a:extLst>
          </p:cNvPr>
          <p:cNvSpPr/>
          <p:nvPr/>
        </p:nvSpPr>
        <p:spPr>
          <a:xfrm>
            <a:off x="11745855" y="3769145"/>
            <a:ext cx="410645" cy="3906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46" name="文本框 60">
            <a:extLst>
              <a:ext uri="{FF2B5EF4-FFF2-40B4-BE49-F238E27FC236}">
                <a16:creationId xmlns:a16="http://schemas.microsoft.com/office/drawing/2014/main" id="{99095802-4CA4-3D81-2DA7-5EF2C7A91377}"/>
              </a:ext>
            </a:extLst>
          </p:cNvPr>
          <p:cNvSpPr txBox="1"/>
          <p:nvPr/>
        </p:nvSpPr>
        <p:spPr>
          <a:xfrm>
            <a:off x="11739273" y="3558055"/>
            <a:ext cx="3859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cxnSp>
        <p:nvCxnSpPr>
          <p:cNvPr id="47" name="直接箭头连接符 32">
            <a:extLst>
              <a:ext uri="{FF2B5EF4-FFF2-40B4-BE49-F238E27FC236}">
                <a16:creationId xmlns:a16="http://schemas.microsoft.com/office/drawing/2014/main" id="{8C9C8078-8576-3CEA-7053-B06A0713C2FF}"/>
              </a:ext>
            </a:extLst>
          </p:cNvPr>
          <p:cNvCxnSpPr>
            <a:cxnSpLocks/>
          </p:cNvCxnSpPr>
          <p:nvPr/>
        </p:nvCxnSpPr>
        <p:spPr>
          <a:xfrm flipH="1">
            <a:off x="12159351" y="2829694"/>
            <a:ext cx="270637" cy="1657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32">
            <a:extLst>
              <a:ext uri="{FF2B5EF4-FFF2-40B4-BE49-F238E27FC236}">
                <a16:creationId xmlns:a16="http://schemas.microsoft.com/office/drawing/2014/main" id="{A4EE17FF-2BCD-E4C3-19FF-30181179B227}"/>
              </a:ext>
            </a:extLst>
          </p:cNvPr>
          <p:cNvCxnSpPr>
            <a:cxnSpLocks/>
          </p:cNvCxnSpPr>
          <p:nvPr/>
        </p:nvCxnSpPr>
        <p:spPr>
          <a:xfrm flipH="1">
            <a:off x="12138482" y="2818145"/>
            <a:ext cx="260198" cy="940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26AB201-9529-4F5F-1890-506F3F9F9156}"/>
              </a:ext>
            </a:extLst>
          </p:cNvPr>
          <p:cNvSpPr/>
          <p:nvPr/>
        </p:nvSpPr>
        <p:spPr>
          <a:xfrm>
            <a:off x="9558329" y="6831915"/>
            <a:ext cx="104344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Confirm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CEBD11-E205-5E49-804E-635C1A0684ED}"/>
              </a:ext>
            </a:extLst>
          </p:cNvPr>
          <p:cNvSpPr/>
          <p:nvPr/>
        </p:nvSpPr>
        <p:spPr>
          <a:xfrm>
            <a:off x="10690628" y="6831915"/>
            <a:ext cx="96101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Cancel</a:t>
            </a:r>
          </a:p>
        </p:txBody>
      </p:sp>
      <p:sp>
        <p:nvSpPr>
          <p:cNvPr id="17" name="楕円 25">
            <a:extLst>
              <a:ext uri="{FF2B5EF4-FFF2-40B4-BE49-F238E27FC236}">
                <a16:creationId xmlns:a16="http://schemas.microsoft.com/office/drawing/2014/main" id="{48C6471E-A550-FC8E-6F6B-62E41C87A748}"/>
              </a:ext>
            </a:extLst>
          </p:cNvPr>
          <p:cNvSpPr/>
          <p:nvPr/>
        </p:nvSpPr>
        <p:spPr>
          <a:xfrm>
            <a:off x="8772569" y="6826322"/>
            <a:ext cx="410645" cy="39060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18" name="文本框 60">
            <a:extLst>
              <a:ext uri="{FF2B5EF4-FFF2-40B4-BE49-F238E27FC236}">
                <a16:creationId xmlns:a16="http://schemas.microsoft.com/office/drawing/2014/main" id="{6AB6AA7C-5306-AA04-1973-AFCFFA4037C6}"/>
              </a:ext>
            </a:extLst>
          </p:cNvPr>
          <p:cNvSpPr txBox="1"/>
          <p:nvPr/>
        </p:nvSpPr>
        <p:spPr>
          <a:xfrm>
            <a:off x="8776424" y="6761369"/>
            <a:ext cx="38591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ea typeface="等线"/>
              </a:rPr>
              <a:t>+</a:t>
            </a:r>
            <a:endParaRPr lang="ja-JP" altLang="en-US" sz="2800" dirty="0">
              <a:solidFill>
                <a:srgbClr val="FFFFFF"/>
              </a:solidFill>
            </a:endParaRPr>
          </a:p>
        </p:txBody>
      </p:sp>
      <p:sp>
        <p:nvSpPr>
          <p:cNvPr id="22" name="楕円 25">
            <a:extLst>
              <a:ext uri="{FF2B5EF4-FFF2-40B4-BE49-F238E27FC236}">
                <a16:creationId xmlns:a16="http://schemas.microsoft.com/office/drawing/2014/main" id="{353B638D-F362-7B91-43D8-3289A86ED35F}"/>
              </a:ext>
            </a:extLst>
          </p:cNvPr>
          <p:cNvSpPr/>
          <p:nvPr/>
        </p:nvSpPr>
        <p:spPr>
          <a:xfrm>
            <a:off x="11075929" y="5259552"/>
            <a:ext cx="410645" cy="39060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25" name="文本框 60">
            <a:extLst>
              <a:ext uri="{FF2B5EF4-FFF2-40B4-BE49-F238E27FC236}">
                <a16:creationId xmlns:a16="http://schemas.microsoft.com/office/drawing/2014/main" id="{2E0847D8-0F89-A6B4-B0B8-317CB359C208}"/>
              </a:ext>
            </a:extLst>
          </p:cNvPr>
          <p:cNvSpPr txBox="1"/>
          <p:nvPr/>
        </p:nvSpPr>
        <p:spPr>
          <a:xfrm>
            <a:off x="11075929" y="5178059"/>
            <a:ext cx="38591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800" dirty="0">
                <a:solidFill>
                  <a:srgbClr val="FFFFFF"/>
                </a:solidFill>
                <a:ea typeface="等线"/>
              </a:rPr>
              <a:t>+</a:t>
            </a:r>
            <a:endParaRPr lang="ja-JP" altLang="en-US" sz="2800" dirty="0">
              <a:solidFill>
                <a:srgbClr val="FFFFFF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A25288B-2596-ACBC-2BFB-58DA8910478D}"/>
              </a:ext>
            </a:extLst>
          </p:cNvPr>
          <p:cNvSpPr/>
          <p:nvPr/>
        </p:nvSpPr>
        <p:spPr>
          <a:xfrm>
            <a:off x="3057318" y="3404963"/>
            <a:ext cx="8636805" cy="234956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楕円 31">
            <a:extLst>
              <a:ext uri="{FF2B5EF4-FFF2-40B4-BE49-F238E27FC236}">
                <a16:creationId xmlns:a16="http://schemas.microsoft.com/office/drawing/2014/main" id="{25EB2FFB-B974-E7FE-F270-4BB73F2A1554}"/>
              </a:ext>
            </a:extLst>
          </p:cNvPr>
          <p:cNvSpPr/>
          <p:nvPr/>
        </p:nvSpPr>
        <p:spPr>
          <a:xfrm>
            <a:off x="11745855" y="4546097"/>
            <a:ext cx="410645" cy="3906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75" name="文本框 60">
            <a:extLst>
              <a:ext uri="{FF2B5EF4-FFF2-40B4-BE49-F238E27FC236}">
                <a16:creationId xmlns:a16="http://schemas.microsoft.com/office/drawing/2014/main" id="{BA94404D-23C8-48BF-ED29-C4E4060E5368}"/>
              </a:ext>
            </a:extLst>
          </p:cNvPr>
          <p:cNvSpPr txBox="1"/>
          <p:nvPr/>
        </p:nvSpPr>
        <p:spPr>
          <a:xfrm>
            <a:off x="11739273" y="4335006"/>
            <a:ext cx="3859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sp>
        <p:nvSpPr>
          <p:cNvPr id="76" name="楕円 31">
            <a:extLst>
              <a:ext uri="{FF2B5EF4-FFF2-40B4-BE49-F238E27FC236}">
                <a16:creationId xmlns:a16="http://schemas.microsoft.com/office/drawing/2014/main" id="{691F4D8A-F782-38F6-92F5-25330AA874D9}"/>
              </a:ext>
            </a:extLst>
          </p:cNvPr>
          <p:cNvSpPr/>
          <p:nvPr/>
        </p:nvSpPr>
        <p:spPr>
          <a:xfrm>
            <a:off x="11727837" y="6100224"/>
            <a:ext cx="410645" cy="3906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77" name="文本框 60">
            <a:extLst>
              <a:ext uri="{FF2B5EF4-FFF2-40B4-BE49-F238E27FC236}">
                <a16:creationId xmlns:a16="http://schemas.microsoft.com/office/drawing/2014/main" id="{C30F7BD9-CFBE-6F85-7868-DBAE42A7CDA2}"/>
              </a:ext>
            </a:extLst>
          </p:cNvPr>
          <p:cNvSpPr txBox="1"/>
          <p:nvPr/>
        </p:nvSpPr>
        <p:spPr>
          <a:xfrm>
            <a:off x="11721255" y="5889133"/>
            <a:ext cx="3859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cxnSp>
        <p:nvCxnSpPr>
          <p:cNvPr id="83" name="直接箭头连接符 32">
            <a:extLst>
              <a:ext uri="{FF2B5EF4-FFF2-40B4-BE49-F238E27FC236}">
                <a16:creationId xmlns:a16="http://schemas.microsoft.com/office/drawing/2014/main" id="{BEF947E1-B8E4-B878-91D9-96D943D3ED3F}"/>
              </a:ext>
            </a:extLst>
          </p:cNvPr>
          <p:cNvCxnSpPr>
            <a:cxnSpLocks/>
          </p:cNvCxnSpPr>
          <p:nvPr/>
        </p:nvCxnSpPr>
        <p:spPr>
          <a:xfrm flipH="1">
            <a:off x="12120464" y="2784988"/>
            <a:ext cx="350326" cy="3332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吹き出し: 円形 6">
            <a:extLst>
              <a:ext uri="{FF2B5EF4-FFF2-40B4-BE49-F238E27FC236}">
                <a16:creationId xmlns:a16="http://schemas.microsoft.com/office/drawing/2014/main" id="{CD7F137E-1DC2-6CE2-233D-1FFD7EC1B43F}"/>
              </a:ext>
            </a:extLst>
          </p:cNvPr>
          <p:cNvSpPr/>
          <p:nvPr/>
        </p:nvSpPr>
        <p:spPr>
          <a:xfrm>
            <a:off x="1582968" y="2525592"/>
            <a:ext cx="1312011" cy="505494"/>
          </a:xfrm>
          <a:prstGeom prst="wedgeEllipseCallout">
            <a:avLst>
              <a:gd name="adj1" fmla="val 94744"/>
              <a:gd name="adj2" fmla="val 20415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普通消费</a:t>
            </a:r>
          </a:p>
        </p:txBody>
      </p:sp>
      <p:sp>
        <p:nvSpPr>
          <p:cNvPr id="89" name="吹き出し: 円形 6">
            <a:extLst>
              <a:ext uri="{FF2B5EF4-FFF2-40B4-BE49-F238E27FC236}">
                <a16:creationId xmlns:a16="http://schemas.microsoft.com/office/drawing/2014/main" id="{BAD45040-8C10-2EA6-978A-3087F93A3157}"/>
              </a:ext>
            </a:extLst>
          </p:cNvPr>
          <p:cNvSpPr/>
          <p:nvPr/>
        </p:nvSpPr>
        <p:spPr>
          <a:xfrm>
            <a:off x="1313173" y="3584731"/>
            <a:ext cx="1312011" cy="505494"/>
          </a:xfrm>
          <a:prstGeom prst="wedgeEllipseCallout">
            <a:avLst>
              <a:gd name="adj1" fmla="val 77996"/>
              <a:gd name="adj2" fmla="val 1340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合并消费</a:t>
            </a:r>
          </a:p>
        </p:txBody>
      </p:sp>
      <p:sp>
        <p:nvSpPr>
          <p:cNvPr id="90" name="吹き出し: 円形 6">
            <a:extLst>
              <a:ext uri="{FF2B5EF4-FFF2-40B4-BE49-F238E27FC236}">
                <a16:creationId xmlns:a16="http://schemas.microsoft.com/office/drawing/2014/main" id="{D056FB4D-85E1-11E8-9FBC-9B831C2B4613}"/>
              </a:ext>
            </a:extLst>
          </p:cNvPr>
          <p:cNvSpPr/>
          <p:nvPr/>
        </p:nvSpPr>
        <p:spPr>
          <a:xfrm>
            <a:off x="1469886" y="4431207"/>
            <a:ext cx="1096758" cy="505494"/>
          </a:xfrm>
          <a:prstGeom prst="wedgeEllipseCallout">
            <a:avLst>
              <a:gd name="adj1" fmla="val 114285"/>
              <a:gd name="adj2" fmla="val -6228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子消费</a:t>
            </a:r>
          </a:p>
        </p:txBody>
      </p:sp>
      <p:sp>
        <p:nvSpPr>
          <p:cNvPr id="91" name="吹き出し: 円形 6">
            <a:extLst>
              <a:ext uri="{FF2B5EF4-FFF2-40B4-BE49-F238E27FC236}">
                <a16:creationId xmlns:a16="http://schemas.microsoft.com/office/drawing/2014/main" id="{51AC3CED-298C-13E9-DE03-FF92338DF612}"/>
              </a:ext>
            </a:extLst>
          </p:cNvPr>
          <p:cNvSpPr/>
          <p:nvPr/>
        </p:nvSpPr>
        <p:spPr>
          <a:xfrm>
            <a:off x="1468032" y="5101359"/>
            <a:ext cx="1312011" cy="636934"/>
          </a:xfrm>
          <a:prstGeom prst="wedgeEllipseCallout">
            <a:avLst>
              <a:gd name="adj1" fmla="val 98526"/>
              <a:gd name="adj2" fmla="val -11079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未开始的子消费</a:t>
            </a:r>
          </a:p>
        </p:txBody>
      </p:sp>
      <p:sp>
        <p:nvSpPr>
          <p:cNvPr id="92" name="吹き出し: 円形 6">
            <a:extLst>
              <a:ext uri="{FF2B5EF4-FFF2-40B4-BE49-F238E27FC236}">
                <a16:creationId xmlns:a16="http://schemas.microsoft.com/office/drawing/2014/main" id="{7C048281-71A6-6D10-ECE0-941174362AA9}"/>
              </a:ext>
            </a:extLst>
          </p:cNvPr>
          <p:cNvSpPr/>
          <p:nvPr/>
        </p:nvSpPr>
        <p:spPr>
          <a:xfrm>
            <a:off x="1516590" y="6026888"/>
            <a:ext cx="1312011" cy="636934"/>
          </a:xfrm>
          <a:prstGeom prst="wedgeEllipseCallout">
            <a:avLst>
              <a:gd name="adj1" fmla="val 98526"/>
              <a:gd name="adj2" fmla="val -11079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普通消费</a:t>
            </a:r>
          </a:p>
        </p:txBody>
      </p:sp>
      <p:sp>
        <p:nvSpPr>
          <p:cNvPr id="93" name="吹き出し: 円形 6">
            <a:extLst>
              <a:ext uri="{FF2B5EF4-FFF2-40B4-BE49-F238E27FC236}">
                <a16:creationId xmlns:a16="http://schemas.microsoft.com/office/drawing/2014/main" id="{19C3973B-6D2F-8604-887E-79CD90A205D8}"/>
              </a:ext>
            </a:extLst>
          </p:cNvPr>
          <p:cNvSpPr/>
          <p:nvPr/>
        </p:nvSpPr>
        <p:spPr>
          <a:xfrm>
            <a:off x="6188149" y="6898459"/>
            <a:ext cx="2027307" cy="636934"/>
          </a:xfrm>
          <a:prstGeom prst="wedgeEllipseCallout">
            <a:avLst>
              <a:gd name="adj1" fmla="val 81397"/>
              <a:gd name="adj2" fmla="val -37788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点击后下面新增一行消费记录</a:t>
            </a:r>
          </a:p>
        </p:txBody>
      </p:sp>
      <p:sp>
        <p:nvSpPr>
          <p:cNvPr id="94" name="吹き出し: 円形 6">
            <a:extLst>
              <a:ext uri="{FF2B5EF4-FFF2-40B4-BE49-F238E27FC236}">
                <a16:creationId xmlns:a16="http://schemas.microsoft.com/office/drawing/2014/main" id="{9BA2137C-0CEA-835D-7A58-62EB442028AF}"/>
              </a:ext>
            </a:extLst>
          </p:cNvPr>
          <p:cNvSpPr/>
          <p:nvPr/>
        </p:nvSpPr>
        <p:spPr>
          <a:xfrm>
            <a:off x="11921793" y="5292492"/>
            <a:ext cx="2096758" cy="576540"/>
          </a:xfrm>
          <a:prstGeom prst="wedgeEllipseCallout">
            <a:avLst>
              <a:gd name="adj1" fmla="val -69185"/>
              <a:gd name="adj2" fmla="val -2589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点击后新增一行，这一行下移</a:t>
            </a:r>
          </a:p>
        </p:txBody>
      </p:sp>
      <p:sp>
        <p:nvSpPr>
          <p:cNvPr id="95" name="吹き出し: 円形 6">
            <a:extLst>
              <a:ext uri="{FF2B5EF4-FFF2-40B4-BE49-F238E27FC236}">
                <a16:creationId xmlns:a16="http://schemas.microsoft.com/office/drawing/2014/main" id="{0BC62D20-AD97-BFA0-E5C9-43794936C375}"/>
              </a:ext>
            </a:extLst>
          </p:cNvPr>
          <p:cNvSpPr/>
          <p:nvPr/>
        </p:nvSpPr>
        <p:spPr>
          <a:xfrm>
            <a:off x="12261533" y="1705826"/>
            <a:ext cx="2323589" cy="849135"/>
          </a:xfrm>
          <a:prstGeom prst="wedgeEllipseCallout">
            <a:avLst>
              <a:gd name="adj1" fmla="val -56959"/>
              <a:gd name="adj2" fmla="val 8467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>
                <a:ea typeface="等线"/>
              </a:rPr>
              <a:t>减号按钮点击后取消添加的消费记录或子消费记录</a:t>
            </a:r>
          </a:p>
        </p:txBody>
      </p:sp>
      <p:sp>
        <p:nvSpPr>
          <p:cNvPr id="100" name="吹き出し: 円形 6">
            <a:extLst>
              <a:ext uri="{FF2B5EF4-FFF2-40B4-BE49-F238E27FC236}">
                <a16:creationId xmlns:a16="http://schemas.microsoft.com/office/drawing/2014/main" id="{94B95A9F-09BD-60A5-1149-CEA18FF696B6}"/>
              </a:ext>
            </a:extLst>
          </p:cNvPr>
          <p:cNvSpPr/>
          <p:nvPr/>
        </p:nvSpPr>
        <p:spPr>
          <a:xfrm>
            <a:off x="10391606" y="7359518"/>
            <a:ext cx="2096758" cy="576540"/>
          </a:xfrm>
          <a:prstGeom prst="wedgeEllipseCallout">
            <a:avLst>
              <a:gd name="adj1" fmla="val -66481"/>
              <a:gd name="adj2" fmla="val -66464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点击后</a:t>
            </a:r>
            <a:r>
              <a:rPr lang="zh-CN" altLang="en-US" sz="1400" b="1" dirty="0">
                <a:solidFill>
                  <a:srgbClr val="FF0000"/>
                </a:solidFill>
              </a:rPr>
              <a:t>提交</a:t>
            </a:r>
            <a:r>
              <a:rPr lang="zh-CN" altLang="en-US" sz="1400" dirty="0"/>
              <a:t>所有新增消费记录</a:t>
            </a:r>
          </a:p>
        </p:txBody>
      </p:sp>
      <p:sp>
        <p:nvSpPr>
          <p:cNvPr id="101" name="吹き出し: 円形 6">
            <a:extLst>
              <a:ext uri="{FF2B5EF4-FFF2-40B4-BE49-F238E27FC236}">
                <a16:creationId xmlns:a16="http://schemas.microsoft.com/office/drawing/2014/main" id="{3D7C6C80-A5A2-F164-45E3-BC6AC304E6E3}"/>
              </a:ext>
            </a:extLst>
          </p:cNvPr>
          <p:cNvSpPr/>
          <p:nvPr/>
        </p:nvSpPr>
        <p:spPr>
          <a:xfrm>
            <a:off x="12156500" y="6882105"/>
            <a:ext cx="2096758" cy="576540"/>
          </a:xfrm>
          <a:prstGeom prst="wedgeEllipseCallout">
            <a:avLst>
              <a:gd name="adj1" fmla="val -69186"/>
              <a:gd name="adj2" fmla="val -2466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 dirty="0"/>
              <a:t>点击后</a:t>
            </a:r>
            <a:r>
              <a:rPr lang="zh-CN" altLang="en-US" sz="1400" b="1" dirty="0">
                <a:solidFill>
                  <a:srgbClr val="FF0000"/>
                </a:solidFill>
              </a:rPr>
              <a:t>取消</a:t>
            </a:r>
            <a:r>
              <a:rPr lang="zh-CN" altLang="en-US" sz="1400" dirty="0"/>
              <a:t>所有新增消费记录</a:t>
            </a:r>
          </a:p>
        </p:txBody>
      </p:sp>
    </p:spTree>
    <p:extLst>
      <p:ext uri="{BB962C8B-B14F-4D97-AF65-F5344CB8AC3E}">
        <p14:creationId xmlns:p14="http://schemas.microsoft.com/office/powerpoint/2010/main" val="391375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9">
            <a:extLst>
              <a:ext uri="{FF2B5EF4-FFF2-40B4-BE49-F238E27FC236}">
                <a16:creationId xmlns:a16="http://schemas.microsoft.com/office/drawing/2014/main" id="{BFFF2536-0579-A1F8-CB29-8D0BA9D87DF6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表格 8">
            <a:extLst>
              <a:ext uri="{FF2B5EF4-FFF2-40B4-BE49-F238E27FC236}">
                <a16:creationId xmlns:a16="http://schemas.microsoft.com/office/drawing/2014/main" id="{81FBEBB9-DBC4-7AFD-3185-E9405565F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236207"/>
              </p:ext>
            </p:extLst>
          </p:nvPr>
        </p:nvGraphicFramePr>
        <p:xfrm>
          <a:off x="-1" y="1011134"/>
          <a:ext cx="2659117" cy="5817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117">
                  <a:extLst>
                    <a:ext uri="{9D8B030D-6E8A-4147-A177-3AD203B41FA5}">
                      <a16:colId xmlns:a16="http://schemas.microsoft.com/office/drawing/2014/main" val="3260511678"/>
                    </a:ext>
                  </a:extLst>
                </a:gridCol>
              </a:tblGrid>
              <a:tr h="831110">
                <a:tc>
                  <a:txBody>
                    <a:bodyPr/>
                    <a:lstStyle/>
                    <a:p>
                      <a:r>
                        <a:rPr lang="en-US" altLang="zh-CN" dirty="0"/>
                        <a:t>Home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50247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dirty="0"/>
                        <a:t>Chart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388693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  <a:p>
                      <a:pPr lvl="0">
                        <a:buNone/>
                      </a:pPr>
                      <a:endParaRPr 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401917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780905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72873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1120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213803"/>
                  </a:ext>
                </a:extLst>
              </a:tr>
            </a:tbl>
          </a:graphicData>
        </a:graphic>
      </p:graphicFrame>
      <p:grpSp>
        <p:nvGrpSpPr>
          <p:cNvPr id="12" name="组合 6">
            <a:extLst>
              <a:ext uri="{FF2B5EF4-FFF2-40B4-BE49-F238E27FC236}">
                <a16:creationId xmlns:a16="http://schemas.microsoft.com/office/drawing/2014/main" id="{13DD24C1-6923-DE0D-164C-8F314A7AA014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9" name="椭圆 3">
              <a:extLst>
                <a:ext uri="{FF2B5EF4-FFF2-40B4-BE49-F238E27FC236}">
                  <a16:creationId xmlns:a16="http://schemas.microsoft.com/office/drawing/2014/main" id="{4E616985-C426-3E60-43FD-0F4A6FA43817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流程图: 延期 4">
              <a:extLst>
                <a:ext uri="{FF2B5EF4-FFF2-40B4-BE49-F238E27FC236}">
                  <a16:creationId xmlns:a16="http://schemas.microsoft.com/office/drawing/2014/main" id="{2A849EB9-05CC-5BF0-1F07-1C6B8D7CAAE7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5">
              <a:extLst>
                <a:ext uri="{FF2B5EF4-FFF2-40B4-BE49-F238E27FC236}">
                  <a16:creationId xmlns:a16="http://schemas.microsoft.com/office/drawing/2014/main" id="{19263D14-451A-B80D-018C-6000D5C56F4E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20">
            <a:extLst>
              <a:ext uri="{FF2B5EF4-FFF2-40B4-BE49-F238E27FC236}">
                <a16:creationId xmlns:a16="http://schemas.microsoft.com/office/drawing/2014/main" id="{9FCD960F-52D0-5F59-C816-866C500AFEB0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16" name="矩形 23">
            <a:extLst>
              <a:ext uri="{FF2B5EF4-FFF2-40B4-BE49-F238E27FC236}">
                <a16:creationId xmlns:a16="http://schemas.microsoft.com/office/drawing/2014/main" id="{F6B88E81-0254-F681-3345-B790AE2F8C82}"/>
              </a:ext>
            </a:extLst>
          </p:cNvPr>
          <p:cNvSpPr/>
          <p:nvPr/>
        </p:nvSpPr>
        <p:spPr>
          <a:xfrm>
            <a:off x="9831630" y="281163"/>
            <a:ext cx="132463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18" name="吹き出し: 円形 6">
            <a:extLst>
              <a:ext uri="{FF2B5EF4-FFF2-40B4-BE49-F238E27FC236}">
                <a16:creationId xmlns:a16="http://schemas.microsoft.com/office/drawing/2014/main" id="{1607D9E4-E86C-2F7C-3A79-C645066F1CE6}"/>
              </a:ext>
            </a:extLst>
          </p:cNvPr>
          <p:cNvSpPr/>
          <p:nvPr/>
        </p:nvSpPr>
        <p:spPr>
          <a:xfrm>
            <a:off x="11629305" y="-655360"/>
            <a:ext cx="1729228" cy="523907"/>
          </a:xfrm>
          <a:prstGeom prst="wedgeEllipseCallout">
            <a:avLst>
              <a:gd name="adj1" fmla="val -40085"/>
              <a:gd name="adj2" fmla="val 141496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>
                <a:ea typeface="等线"/>
              </a:rPr>
              <a:t>1. 点击头像</a:t>
            </a:r>
            <a:endParaRPr lang="ja-JP"/>
          </a:p>
        </p:txBody>
      </p:sp>
      <p:sp>
        <p:nvSpPr>
          <p:cNvPr id="23" name="吹き出し: 円形 6">
            <a:extLst>
              <a:ext uri="{FF2B5EF4-FFF2-40B4-BE49-F238E27FC236}">
                <a16:creationId xmlns:a16="http://schemas.microsoft.com/office/drawing/2014/main" id="{18394752-2D63-646A-6092-C88F4050818B}"/>
              </a:ext>
            </a:extLst>
          </p:cNvPr>
          <p:cNvSpPr/>
          <p:nvPr/>
        </p:nvSpPr>
        <p:spPr>
          <a:xfrm>
            <a:off x="8006575" y="1718504"/>
            <a:ext cx="1825326" cy="740236"/>
          </a:xfrm>
          <a:prstGeom prst="wedgeEllipseCallout">
            <a:avLst>
              <a:gd name="adj1" fmla="val 58120"/>
              <a:gd name="adj2" fmla="val -99451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sz="1400">
                <a:ea typeface="等线"/>
              </a:rPr>
              <a:t>2. 页面出现用户功能浮窗</a:t>
            </a:r>
            <a:endParaRPr lang="zh-CN" sz="1400">
              <a:solidFill>
                <a:srgbClr val="000000"/>
              </a:solidFill>
              <a:ea typeface="等线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904B4A6A-5847-EC9F-2E53-19AF5D757CAA}"/>
              </a:ext>
            </a:extLst>
          </p:cNvPr>
          <p:cNvSpPr/>
          <p:nvPr/>
        </p:nvSpPr>
        <p:spPr>
          <a:xfrm>
            <a:off x="10149840" y="828040"/>
            <a:ext cx="1793240" cy="13868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ja-JP" altLang="en-US">
                <a:ea typeface="游ゴシック"/>
              </a:rPr>
              <a:t>&lt;User Name&gt;</a:t>
            </a:r>
            <a:endParaRPr lang="ja-JP" altLang="en-US" dirty="0">
              <a:ea typeface="游ゴシック"/>
            </a:endParaRPr>
          </a:p>
          <a:p>
            <a:r>
              <a:rPr lang="ja-JP" altLang="en-US" dirty="0">
                <a:ea typeface="游ゴシック"/>
              </a:rPr>
              <a:t>------------</a:t>
            </a:r>
          </a:p>
          <a:p>
            <a:r>
              <a:rPr lang="ja-JP" altLang="en-US">
                <a:ea typeface="游ゴシック"/>
              </a:rPr>
              <a:t>User Settings</a:t>
            </a:r>
            <a:endParaRPr lang="ja-JP" altLang="en-US">
              <a:ea typeface="游ゴシック" panose="020B0400000000000000" pitchFamily="34" charset="-128"/>
            </a:endParaRPr>
          </a:p>
          <a:p>
            <a:r>
              <a:rPr lang="ja-JP" altLang="en-US">
                <a:ea typeface="游ゴシック"/>
              </a:rPr>
              <a:t>Log out</a:t>
            </a:r>
            <a:endParaRPr lang="ja-JP" altLang="en-US" dirty="0">
              <a:ea typeface="游ゴシック"/>
            </a:endParaRPr>
          </a:p>
        </p:txBody>
      </p:sp>
      <p:sp>
        <p:nvSpPr>
          <p:cNvPr id="27" name="文本框 42">
            <a:extLst>
              <a:ext uri="{FF2B5EF4-FFF2-40B4-BE49-F238E27FC236}">
                <a16:creationId xmlns:a16="http://schemas.microsoft.com/office/drawing/2014/main" id="{0ED56063-5DE3-44AE-5502-C0BF27A770CC}"/>
              </a:ext>
            </a:extLst>
          </p:cNvPr>
          <p:cNvSpPr txBox="1"/>
          <p:nvPr/>
        </p:nvSpPr>
        <p:spPr>
          <a:xfrm>
            <a:off x="3557800" y="-655833"/>
            <a:ext cx="736204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右上角头像的用户功能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044623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96E8B2-FB37-87CD-C835-7955EADC8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2.1 用户主页 - 切换语言</a:t>
            </a:r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6777F2-9802-13E5-8613-BDF43AC1D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与1.4一致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57322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E13-F1E6-CA88-654B-A30F31AE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2.2 用户主页 - 右上角头像 - User settings</a:t>
            </a:r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9F0ED5-3A15-253D-1329-65D351F00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用户点击头像</a:t>
            </a:r>
          </a:p>
          <a:p>
            <a:r>
              <a:rPr lang="ja-JP" altLang="en-US">
                <a:ea typeface="游ゴシック"/>
              </a:rPr>
              <a:t>用户点击User settings</a:t>
            </a:r>
          </a:p>
          <a:p>
            <a:r>
              <a:rPr lang="ja-JP" altLang="en-US">
                <a:ea typeface="游ゴシック"/>
              </a:rPr>
              <a:t>页面跳转到用户设置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671115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C7E40-3C52-4832-CCF6-95A874BC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C5F73C-AD1D-0269-27E5-D1A7EDA81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2.2 用户主页 - 右上角头像 - Log out</a:t>
            </a:r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E99384-67D9-FFEA-C77E-B1F54D44B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用户点击头像</a:t>
            </a:r>
          </a:p>
          <a:p>
            <a:r>
              <a:rPr lang="ja-JP" altLang="en-US">
                <a:ea typeface="游ゴシック"/>
              </a:rPr>
              <a:t>用户点击Log out</a:t>
            </a:r>
          </a:p>
          <a:p>
            <a:r>
              <a:rPr lang="ja-JP" altLang="en-US">
                <a:ea typeface="游ゴシック"/>
              </a:rPr>
              <a:t>后端销毁refresh token</a:t>
            </a:r>
            <a:endParaRPr lang="ja-JP" altLang="en-US" dirty="0">
              <a:ea typeface="游ゴシック"/>
            </a:endParaRPr>
          </a:p>
          <a:p>
            <a:r>
              <a:rPr lang="ja-JP" altLang="en-US">
                <a:ea typeface="游ゴシック"/>
              </a:rPr>
              <a:t>页面跳转到登录页面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45911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6666-F127-DC12-BDAB-CBB21105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CD3C94-406B-8464-3C14-75F42816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2.2 用户主页 - 切换账本</a:t>
            </a:r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584CBB-E3F8-02D0-2C15-C635866ED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用户进入用户主页</a:t>
            </a:r>
          </a:p>
          <a:p>
            <a:r>
              <a:rPr lang="ja-JP" altLang="en-US">
                <a:ea typeface="游ゴシック"/>
              </a:rPr>
              <a:t>默认显示用户的默认账本，如果没有的话主页有个很大的创建账本按钮。</a:t>
            </a:r>
            <a:endParaRPr lang="ja-JP" altLang="en-US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5025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D094-2AD0-3728-3E60-D6A32B61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9">
            <a:extLst>
              <a:ext uri="{FF2B5EF4-FFF2-40B4-BE49-F238E27FC236}">
                <a16:creationId xmlns:a16="http://schemas.microsoft.com/office/drawing/2014/main" id="{4F772F45-024B-934B-5227-D20D10128FDE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2" name="组合 6">
            <a:extLst>
              <a:ext uri="{FF2B5EF4-FFF2-40B4-BE49-F238E27FC236}">
                <a16:creationId xmlns:a16="http://schemas.microsoft.com/office/drawing/2014/main" id="{BAEC5031-A14C-9993-B2CD-C45A9852075C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9" name="椭圆 3">
              <a:extLst>
                <a:ext uri="{FF2B5EF4-FFF2-40B4-BE49-F238E27FC236}">
                  <a16:creationId xmlns:a16="http://schemas.microsoft.com/office/drawing/2014/main" id="{CC40971B-9659-116E-4DFF-774D1C02962E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流程图: 延期 4">
              <a:extLst>
                <a:ext uri="{FF2B5EF4-FFF2-40B4-BE49-F238E27FC236}">
                  <a16:creationId xmlns:a16="http://schemas.microsoft.com/office/drawing/2014/main" id="{F9C42340-08F2-9966-62CB-7AD1F33FD2E6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5">
              <a:extLst>
                <a:ext uri="{FF2B5EF4-FFF2-40B4-BE49-F238E27FC236}">
                  <a16:creationId xmlns:a16="http://schemas.microsoft.com/office/drawing/2014/main" id="{E7D76DE6-F720-8E1B-DD2D-5987BDA6E74B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20">
            <a:extLst>
              <a:ext uri="{FF2B5EF4-FFF2-40B4-BE49-F238E27FC236}">
                <a16:creationId xmlns:a16="http://schemas.microsoft.com/office/drawing/2014/main" id="{773A89FD-2529-6492-A54F-B80C6F1DFE40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16" name="矩形 23">
            <a:extLst>
              <a:ext uri="{FF2B5EF4-FFF2-40B4-BE49-F238E27FC236}">
                <a16:creationId xmlns:a16="http://schemas.microsoft.com/office/drawing/2014/main" id="{A7041B5F-929D-FB6C-B7E9-BF272B6712EF}"/>
              </a:ext>
            </a:extLst>
          </p:cNvPr>
          <p:cNvSpPr/>
          <p:nvPr/>
        </p:nvSpPr>
        <p:spPr>
          <a:xfrm>
            <a:off x="9831630" y="281163"/>
            <a:ext cx="132463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7" name="文本框 42">
            <a:extLst>
              <a:ext uri="{FF2B5EF4-FFF2-40B4-BE49-F238E27FC236}">
                <a16:creationId xmlns:a16="http://schemas.microsoft.com/office/drawing/2014/main" id="{CD1E6A98-764E-C844-1B7E-36157ADBF415}"/>
              </a:ext>
            </a:extLst>
          </p:cNvPr>
          <p:cNvSpPr txBox="1"/>
          <p:nvPr/>
        </p:nvSpPr>
        <p:spPr>
          <a:xfrm>
            <a:off x="3517160" y="-655833"/>
            <a:ext cx="736204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用户设置页面 part1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  <a:ea typeface="等线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1244200-C311-29B8-D2DE-85B8AD075FDE}"/>
              </a:ext>
            </a:extLst>
          </p:cNvPr>
          <p:cNvSpPr/>
          <p:nvPr/>
        </p:nvSpPr>
        <p:spPr>
          <a:xfrm>
            <a:off x="2103120" y="223520"/>
            <a:ext cx="944880" cy="4876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游ゴシック"/>
              </a:rPr>
              <a:t>Home</a:t>
            </a:r>
            <a:endParaRPr lang="ja-JP" altLang="en-US" dirty="0">
              <a:ea typeface="游ゴシック"/>
            </a:endParaRPr>
          </a:p>
        </p:txBody>
      </p:sp>
      <p:sp>
        <p:nvSpPr>
          <p:cNvPr id="15" name="文本框 2">
            <a:extLst>
              <a:ext uri="{FF2B5EF4-FFF2-40B4-BE49-F238E27FC236}">
                <a16:creationId xmlns:a16="http://schemas.microsoft.com/office/drawing/2014/main" id="{6BFC802C-7BE1-A094-C002-DCF23301A4A3}"/>
              </a:ext>
            </a:extLst>
          </p:cNvPr>
          <p:cNvSpPr txBox="1"/>
          <p:nvPr/>
        </p:nvSpPr>
        <p:spPr>
          <a:xfrm>
            <a:off x="378688" y="2041462"/>
            <a:ext cx="2189580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altLang="zh-CN" dirty="0">
                <a:ea typeface="等线"/>
              </a:rPr>
              <a:t>Name：</a:t>
            </a:r>
          </a:p>
          <a:p>
            <a:pPr algn="r"/>
            <a:endParaRPr lang="en-US" altLang="zh-CN" dirty="0">
              <a:ea typeface="等线"/>
            </a:endParaRPr>
          </a:p>
          <a:p>
            <a:pPr algn="r"/>
            <a:r>
              <a:rPr lang="en-US" altLang="zh-CN" dirty="0">
                <a:ea typeface="等线"/>
              </a:rPr>
              <a:t>Avatar：</a:t>
            </a: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  <a:p>
            <a:pPr algn="r"/>
            <a:r>
              <a:rPr lang="en-US" altLang="zh-CN" dirty="0">
                <a:ea typeface="等线"/>
              </a:rPr>
              <a:t>Description：</a:t>
            </a: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</p:txBody>
      </p:sp>
      <p:sp>
        <p:nvSpPr>
          <p:cNvPr id="25" name="吹き出し: 円形 6">
            <a:extLst>
              <a:ext uri="{FF2B5EF4-FFF2-40B4-BE49-F238E27FC236}">
                <a16:creationId xmlns:a16="http://schemas.microsoft.com/office/drawing/2014/main" id="{3482EDCF-DE81-2C47-F8BA-29DC7D981E16}"/>
              </a:ext>
            </a:extLst>
          </p:cNvPr>
          <p:cNvSpPr/>
          <p:nvPr/>
        </p:nvSpPr>
        <p:spPr>
          <a:xfrm>
            <a:off x="3097106" y="1050302"/>
            <a:ext cx="1544155" cy="734213"/>
          </a:xfrm>
          <a:prstGeom prst="wedgeEllipseCallout">
            <a:avLst>
              <a:gd name="adj1" fmla="val -75603"/>
              <a:gd name="adj2" fmla="val -11507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sz="1400">
                <a:ea typeface="等线"/>
              </a:rPr>
              <a:t>点击后回到主页面</a:t>
            </a:r>
            <a:endParaRPr lang="zh-CN" sz="1400">
              <a:solidFill>
                <a:srgbClr val="000000"/>
              </a:solidFill>
              <a:ea typeface="等线"/>
            </a:endParaRPr>
          </a:p>
        </p:txBody>
      </p:sp>
      <p:grpSp>
        <p:nvGrpSpPr>
          <p:cNvPr id="3" name="组合 6">
            <a:extLst>
              <a:ext uri="{FF2B5EF4-FFF2-40B4-BE49-F238E27FC236}">
                <a16:creationId xmlns:a16="http://schemas.microsoft.com/office/drawing/2014/main" id="{169D8E5D-3857-206E-2BDE-9C9DDBE41640}"/>
              </a:ext>
            </a:extLst>
          </p:cNvPr>
          <p:cNvGrpSpPr/>
          <p:nvPr/>
        </p:nvGrpSpPr>
        <p:grpSpPr>
          <a:xfrm>
            <a:off x="2576784" y="2686988"/>
            <a:ext cx="635876" cy="635876"/>
            <a:chOff x="10930759" y="183931"/>
            <a:chExt cx="725214" cy="72521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8FAA855-B220-70D4-E08D-5AC9F33E5EFA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流程图: 延期 4">
              <a:extLst>
                <a:ext uri="{FF2B5EF4-FFF2-40B4-BE49-F238E27FC236}">
                  <a16:creationId xmlns:a16="http://schemas.microsoft.com/office/drawing/2014/main" id="{6D9D3912-0BC2-CD09-922D-5D47BBAD77B4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5">
              <a:extLst>
                <a:ext uri="{FF2B5EF4-FFF2-40B4-BE49-F238E27FC236}">
                  <a16:creationId xmlns:a16="http://schemas.microsoft.com/office/drawing/2014/main" id="{A2035835-F980-6115-C472-52A310A1B321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22">
            <a:extLst>
              <a:ext uri="{FF2B5EF4-FFF2-40B4-BE49-F238E27FC236}">
                <a16:creationId xmlns:a16="http://schemas.microsoft.com/office/drawing/2014/main" id="{5037BE66-0DE3-4354-15BF-C21168B47A32}"/>
              </a:ext>
            </a:extLst>
          </p:cNvPr>
          <p:cNvSpPr/>
          <p:nvPr/>
        </p:nvSpPr>
        <p:spPr>
          <a:xfrm>
            <a:off x="3548720" y="2819776"/>
            <a:ext cx="1219200" cy="378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</a:rPr>
              <a:t>Upload</a:t>
            </a:r>
            <a:endParaRPr lang="zh-CN" altLang="en-US" dirty="0">
              <a:ea typeface="等线"/>
            </a:endParaRPr>
          </a:p>
        </p:txBody>
      </p:sp>
      <p:sp>
        <p:nvSpPr>
          <p:cNvPr id="18" name="文本框 14">
            <a:extLst>
              <a:ext uri="{FF2B5EF4-FFF2-40B4-BE49-F238E27FC236}">
                <a16:creationId xmlns:a16="http://schemas.microsoft.com/office/drawing/2014/main" id="{1B8E5D8D-3C92-2C16-A71A-4BD07DDA2895}"/>
              </a:ext>
            </a:extLst>
          </p:cNvPr>
          <p:cNvSpPr txBox="1"/>
          <p:nvPr/>
        </p:nvSpPr>
        <p:spPr>
          <a:xfrm>
            <a:off x="2447172" y="2042800"/>
            <a:ext cx="139814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CN" dirty="0">
                <a:ea typeface="等线"/>
              </a:rPr>
              <a:t>Jiahua wang</a:t>
            </a:r>
          </a:p>
        </p:txBody>
      </p:sp>
      <p:pic>
        <p:nvPicPr>
          <p:cNvPr id="20" name="図 19" descr="アイコン&#10;&#10;AI 生成コンテンツは間違っている可能性があります。">
            <a:extLst>
              <a:ext uri="{FF2B5EF4-FFF2-40B4-BE49-F238E27FC236}">
                <a16:creationId xmlns:a16="http://schemas.microsoft.com/office/drawing/2014/main" id="{281506FF-3571-3783-B666-4DDCCAA4D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275" y="2036445"/>
            <a:ext cx="405130" cy="387350"/>
          </a:xfrm>
          <a:prstGeom prst="rect">
            <a:avLst/>
          </a:prstGeom>
        </p:spPr>
      </p:pic>
      <p:pic>
        <p:nvPicPr>
          <p:cNvPr id="22" name="図 21" descr="アイコン&#10;&#10;AI 生成コンテンツは間違っている可能性があります。">
            <a:extLst>
              <a:ext uri="{FF2B5EF4-FFF2-40B4-BE49-F238E27FC236}">
                <a16:creationId xmlns:a16="http://schemas.microsoft.com/office/drawing/2014/main" id="{BAB1EEBF-2882-6B29-1B24-AA9EBC0FB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234" y="3469005"/>
            <a:ext cx="405130" cy="387350"/>
          </a:xfrm>
          <a:prstGeom prst="rect">
            <a:avLst/>
          </a:prstGeom>
        </p:spPr>
      </p:pic>
      <p:sp>
        <p:nvSpPr>
          <p:cNvPr id="23" name="文本框 14">
            <a:extLst>
              <a:ext uri="{FF2B5EF4-FFF2-40B4-BE49-F238E27FC236}">
                <a16:creationId xmlns:a16="http://schemas.microsoft.com/office/drawing/2014/main" id="{E776C299-53CF-AED3-65CD-619B3AD5EA64}"/>
              </a:ext>
            </a:extLst>
          </p:cNvPr>
          <p:cNvSpPr txBox="1"/>
          <p:nvPr/>
        </p:nvSpPr>
        <p:spPr>
          <a:xfrm>
            <a:off x="2447172" y="3465199"/>
            <a:ext cx="16965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dirty="0">
                <a:ea typeface="等线"/>
              </a:rPr>
              <a:t>Hello, This is </a:t>
            </a:r>
            <a:endParaRPr lang="en-US" dirty="0">
              <a:ea typeface="等线"/>
            </a:endParaRPr>
          </a:p>
          <a:p>
            <a:r>
              <a:rPr lang="en-US" altLang="zh-CN" dirty="0">
                <a:ea typeface="等线"/>
              </a:rPr>
              <a:t>my account.</a:t>
            </a:r>
            <a:endParaRPr lang="en-US" dirty="0">
              <a:ea typeface="等线"/>
            </a:endParaRPr>
          </a:p>
        </p:txBody>
      </p:sp>
      <p:sp>
        <p:nvSpPr>
          <p:cNvPr id="17" name="文本框 37">
            <a:extLst>
              <a:ext uri="{FF2B5EF4-FFF2-40B4-BE49-F238E27FC236}">
                <a16:creationId xmlns:a16="http://schemas.microsoft.com/office/drawing/2014/main" id="{EB22D2F0-D132-1EB1-54DA-0AD85A4F7554}"/>
              </a:ext>
            </a:extLst>
          </p:cNvPr>
          <p:cNvSpPr txBox="1"/>
          <p:nvPr/>
        </p:nvSpPr>
        <p:spPr>
          <a:xfrm>
            <a:off x="935817" y="1457946"/>
            <a:ext cx="2484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>
                <a:ea typeface="等线"/>
              </a:rPr>
              <a:t>General Setting</a:t>
            </a:r>
            <a:endParaRPr lang="zh-CN" altLang="en-US" sz="2400" b="1" dirty="0">
              <a:ea typeface="等线"/>
            </a:endParaRPr>
          </a:p>
        </p:txBody>
      </p:sp>
      <p:sp>
        <p:nvSpPr>
          <p:cNvPr id="19" name="文本框 37">
            <a:extLst>
              <a:ext uri="{FF2B5EF4-FFF2-40B4-BE49-F238E27FC236}">
                <a16:creationId xmlns:a16="http://schemas.microsoft.com/office/drawing/2014/main" id="{ACB87ADD-ECAC-8E09-532B-55C340FD784F}"/>
              </a:ext>
            </a:extLst>
          </p:cNvPr>
          <p:cNvSpPr txBox="1"/>
          <p:nvPr/>
        </p:nvSpPr>
        <p:spPr>
          <a:xfrm>
            <a:off x="1006936" y="4434825"/>
            <a:ext cx="280994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>
                <a:ea typeface="等线"/>
              </a:rPr>
              <a:t>Password Setting</a:t>
            </a:r>
            <a:endParaRPr lang="zh-CN" altLang="en-US" sz="2400" b="1" dirty="0">
              <a:ea typeface="等线"/>
            </a:endParaRPr>
          </a:p>
        </p:txBody>
      </p:sp>
      <p:sp>
        <p:nvSpPr>
          <p:cNvPr id="26" name="文本框 2">
            <a:extLst>
              <a:ext uri="{FF2B5EF4-FFF2-40B4-BE49-F238E27FC236}">
                <a16:creationId xmlns:a16="http://schemas.microsoft.com/office/drawing/2014/main" id="{55261249-F237-3E45-793E-EA81D20B311B}"/>
              </a:ext>
            </a:extLst>
          </p:cNvPr>
          <p:cNvSpPr txBox="1"/>
          <p:nvPr/>
        </p:nvSpPr>
        <p:spPr>
          <a:xfrm>
            <a:off x="856208" y="5069142"/>
            <a:ext cx="2819500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altLang="zh-CN">
                <a:ea typeface="等线"/>
              </a:rPr>
              <a:t>Current password：</a:t>
            </a:r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  <a:p>
            <a:pPr algn="r"/>
            <a:r>
              <a:rPr lang="en-US" altLang="zh-CN">
                <a:ea typeface="等线"/>
              </a:rPr>
              <a:t>New password：</a:t>
            </a:r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  <a:p>
            <a:pPr algn="r"/>
            <a:r>
              <a:rPr lang="en-US" altLang="zh-CN" dirty="0">
                <a:ea typeface="等线"/>
              </a:rPr>
              <a:t>New password confirm：</a:t>
            </a: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</p:txBody>
      </p:sp>
      <p:sp>
        <p:nvSpPr>
          <p:cNvPr id="29" name="矩形 13">
            <a:extLst>
              <a:ext uri="{FF2B5EF4-FFF2-40B4-BE49-F238E27FC236}">
                <a16:creationId xmlns:a16="http://schemas.microsoft.com/office/drawing/2014/main" id="{894E2318-F630-EB6F-D9F4-D6174DCFB9C7}"/>
              </a:ext>
            </a:extLst>
          </p:cNvPr>
          <p:cNvSpPr/>
          <p:nvPr/>
        </p:nvSpPr>
        <p:spPr>
          <a:xfrm>
            <a:off x="3500680" y="5071735"/>
            <a:ext cx="2350299" cy="3766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等线"/>
            </a:endParaRPr>
          </a:p>
        </p:txBody>
      </p:sp>
      <p:sp>
        <p:nvSpPr>
          <p:cNvPr id="31" name="矩形 13">
            <a:extLst>
              <a:ext uri="{FF2B5EF4-FFF2-40B4-BE49-F238E27FC236}">
                <a16:creationId xmlns:a16="http://schemas.microsoft.com/office/drawing/2014/main" id="{B3225CE7-80A4-AB9C-FF2A-FDEB8E6203DD}"/>
              </a:ext>
            </a:extLst>
          </p:cNvPr>
          <p:cNvSpPr/>
          <p:nvPr/>
        </p:nvSpPr>
        <p:spPr>
          <a:xfrm>
            <a:off x="3500680" y="5620375"/>
            <a:ext cx="2350299" cy="3766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等线"/>
            </a:endParaRPr>
          </a:p>
        </p:txBody>
      </p:sp>
      <p:sp>
        <p:nvSpPr>
          <p:cNvPr id="33" name="矩形 13">
            <a:extLst>
              <a:ext uri="{FF2B5EF4-FFF2-40B4-BE49-F238E27FC236}">
                <a16:creationId xmlns:a16="http://schemas.microsoft.com/office/drawing/2014/main" id="{8E8C88A0-699D-80F5-399F-9A9EBF2169DD}"/>
              </a:ext>
            </a:extLst>
          </p:cNvPr>
          <p:cNvSpPr/>
          <p:nvPr/>
        </p:nvSpPr>
        <p:spPr>
          <a:xfrm>
            <a:off x="3500680" y="6169015"/>
            <a:ext cx="2350299" cy="3766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ea typeface="等线"/>
            </a:endParaRPr>
          </a:p>
        </p:txBody>
      </p:sp>
      <p:sp>
        <p:nvSpPr>
          <p:cNvPr id="35" name="矩形 33">
            <a:extLst>
              <a:ext uri="{FF2B5EF4-FFF2-40B4-BE49-F238E27FC236}">
                <a16:creationId xmlns:a16="http://schemas.microsoft.com/office/drawing/2014/main" id="{E4EBA9D3-2042-624C-DA2F-A5CFF600F2E2}"/>
              </a:ext>
            </a:extLst>
          </p:cNvPr>
          <p:cNvSpPr/>
          <p:nvPr/>
        </p:nvSpPr>
        <p:spPr>
          <a:xfrm>
            <a:off x="4552908" y="6747621"/>
            <a:ext cx="1285937" cy="5619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dirty="0">
                <a:ea typeface="等线"/>
              </a:rPr>
              <a:t>Apply</a:t>
            </a:r>
          </a:p>
        </p:txBody>
      </p:sp>
    </p:spTree>
    <p:extLst>
      <p:ext uri="{BB962C8B-B14F-4D97-AF65-F5344CB8AC3E}">
        <p14:creationId xmlns:p14="http://schemas.microsoft.com/office/powerpoint/2010/main" val="187452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A5F64-71BF-F928-3228-90CBFA64F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9">
            <a:extLst>
              <a:ext uri="{FF2B5EF4-FFF2-40B4-BE49-F238E27FC236}">
                <a16:creationId xmlns:a16="http://schemas.microsoft.com/office/drawing/2014/main" id="{F577DC22-9A01-C136-0FCE-C56C18086121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2" name="组合 6">
            <a:extLst>
              <a:ext uri="{FF2B5EF4-FFF2-40B4-BE49-F238E27FC236}">
                <a16:creationId xmlns:a16="http://schemas.microsoft.com/office/drawing/2014/main" id="{CEADC07A-8691-00F0-7D64-51FFAB99BE9F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9" name="椭圆 3">
              <a:extLst>
                <a:ext uri="{FF2B5EF4-FFF2-40B4-BE49-F238E27FC236}">
                  <a16:creationId xmlns:a16="http://schemas.microsoft.com/office/drawing/2014/main" id="{D018A72D-1688-DE33-2CD8-1F4D2AD5FE64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流程图: 延期 4">
              <a:extLst>
                <a:ext uri="{FF2B5EF4-FFF2-40B4-BE49-F238E27FC236}">
                  <a16:creationId xmlns:a16="http://schemas.microsoft.com/office/drawing/2014/main" id="{05CA669D-7B4D-D8F8-B735-5F15E740DE1D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5">
              <a:extLst>
                <a:ext uri="{FF2B5EF4-FFF2-40B4-BE49-F238E27FC236}">
                  <a16:creationId xmlns:a16="http://schemas.microsoft.com/office/drawing/2014/main" id="{C9D65E05-C2A2-26DB-7318-8B938CE563FE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20">
            <a:extLst>
              <a:ext uri="{FF2B5EF4-FFF2-40B4-BE49-F238E27FC236}">
                <a16:creationId xmlns:a16="http://schemas.microsoft.com/office/drawing/2014/main" id="{4228DF9D-4496-72A1-DC76-8CA42876295F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16" name="矩形 23">
            <a:extLst>
              <a:ext uri="{FF2B5EF4-FFF2-40B4-BE49-F238E27FC236}">
                <a16:creationId xmlns:a16="http://schemas.microsoft.com/office/drawing/2014/main" id="{C08C753E-1551-D26D-5428-B30FB75FB423}"/>
              </a:ext>
            </a:extLst>
          </p:cNvPr>
          <p:cNvSpPr/>
          <p:nvPr/>
        </p:nvSpPr>
        <p:spPr>
          <a:xfrm>
            <a:off x="9831630" y="281163"/>
            <a:ext cx="132463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7" name="文本框 42">
            <a:extLst>
              <a:ext uri="{FF2B5EF4-FFF2-40B4-BE49-F238E27FC236}">
                <a16:creationId xmlns:a16="http://schemas.microsoft.com/office/drawing/2014/main" id="{0A972039-E8FA-B44B-E391-0FEA89F56D4F}"/>
              </a:ext>
            </a:extLst>
          </p:cNvPr>
          <p:cNvSpPr txBox="1"/>
          <p:nvPr/>
        </p:nvSpPr>
        <p:spPr>
          <a:xfrm>
            <a:off x="3557800" y="-655833"/>
            <a:ext cx="736204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sz="2400" b="1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用户设置页面 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等线"/>
              </a:rPr>
              <a:t>part2</a:t>
            </a:r>
            <a:endParaRPr lang="zh-CN" sz="2400" dirty="0">
              <a:solidFill>
                <a:schemeClr val="tx1">
                  <a:lumMod val="95000"/>
                  <a:lumOff val="5000"/>
                </a:schemeClr>
              </a:solidFill>
              <a:ea typeface="等线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3FBC3D9-7ABF-DECE-8C3C-CEB2AB64D364}"/>
              </a:ext>
            </a:extLst>
          </p:cNvPr>
          <p:cNvSpPr/>
          <p:nvPr/>
        </p:nvSpPr>
        <p:spPr>
          <a:xfrm>
            <a:off x="2103120" y="223520"/>
            <a:ext cx="944880" cy="4876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游ゴシック"/>
              </a:rPr>
              <a:t>Home</a:t>
            </a:r>
            <a:endParaRPr lang="ja-JP" altLang="en-US" dirty="0">
              <a:ea typeface="游ゴシック"/>
            </a:endParaRPr>
          </a:p>
        </p:txBody>
      </p:sp>
      <p:sp>
        <p:nvSpPr>
          <p:cNvPr id="15" name="文本框 2">
            <a:extLst>
              <a:ext uri="{FF2B5EF4-FFF2-40B4-BE49-F238E27FC236}">
                <a16:creationId xmlns:a16="http://schemas.microsoft.com/office/drawing/2014/main" id="{13DE7E2D-05FD-5FEB-A94F-27CCE9AA7EDD}"/>
              </a:ext>
            </a:extLst>
          </p:cNvPr>
          <p:cNvSpPr txBox="1"/>
          <p:nvPr/>
        </p:nvSpPr>
        <p:spPr>
          <a:xfrm>
            <a:off x="663168" y="2346262"/>
            <a:ext cx="281950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altLang="zh-CN" dirty="0">
                <a:ea typeface="等线"/>
              </a:rPr>
              <a:t>Current email address：</a:t>
            </a: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  <a:p>
            <a:pPr algn="r"/>
            <a:r>
              <a:rPr lang="en-US" altLang="zh-CN" dirty="0">
                <a:ea typeface="等线"/>
              </a:rPr>
              <a:t>New email address：</a:t>
            </a:r>
          </a:p>
          <a:p>
            <a:pPr algn="r"/>
            <a:endParaRPr lang="en-US" altLang="zh-CN" dirty="0">
              <a:ea typeface="等线"/>
            </a:endParaRPr>
          </a:p>
          <a:p>
            <a:pPr algn="r"/>
            <a:endParaRPr lang="en-US" altLang="zh-CN" dirty="0">
              <a:ea typeface="等线"/>
            </a:endParaRPr>
          </a:p>
        </p:txBody>
      </p:sp>
      <p:sp>
        <p:nvSpPr>
          <p:cNvPr id="25" name="吹き出し: 円形 6">
            <a:extLst>
              <a:ext uri="{FF2B5EF4-FFF2-40B4-BE49-F238E27FC236}">
                <a16:creationId xmlns:a16="http://schemas.microsoft.com/office/drawing/2014/main" id="{D54C0286-46EB-6581-5E38-4D0101EE0E4A}"/>
              </a:ext>
            </a:extLst>
          </p:cNvPr>
          <p:cNvSpPr/>
          <p:nvPr/>
        </p:nvSpPr>
        <p:spPr>
          <a:xfrm>
            <a:off x="2907779" y="652765"/>
            <a:ext cx="1544155" cy="734213"/>
          </a:xfrm>
          <a:prstGeom prst="wedgeEllipseCallout">
            <a:avLst>
              <a:gd name="adj1" fmla="val -57348"/>
              <a:gd name="adj2" fmla="val -5514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sz="1400">
                <a:ea typeface="等线"/>
              </a:rPr>
              <a:t>点击后回到主页面</a:t>
            </a:r>
            <a:endParaRPr lang="zh-CN" sz="1400">
              <a:solidFill>
                <a:srgbClr val="000000"/>
              </a:solidFill>
              <a:ea typeface="等线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3313CF7A-8AB9-E7A9-C7A4-DCB41EE76B14}"/>
              </a:ext>
            </a:extLst>
          </p:cNvPr>
          <p:cNvSpPr txBox="1"/>
          <p:nvPr/>
        </p:nvSpPr>
        <p:spPr>
          <a:xfrm>
            <a:off x="3325087" y="2346262"/>
            <a:ext cx="28195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altLang="zh-CN" dirty="0">
                <a:ea typeface="等线"/>
              </a:rPr>
              <a:t>Jiahua_www@outlook.com</a:t>
            </a:r>
            <a:endParaRPr lang="ja-JP" dirty="0"/>
          </a:p>
        </p:txBody>
      </p:sp>
      <p:pic>
        <p:nvPicPr>
          <p:cNvPr id="13" name="図 12" descr="アイコン&#10;&#10;AI 生成コンテンツは間違っている可能性があります。">
            <a:extLst>
              <a:ext uri="{FF2B5EF4-FFF2-40B4-BE49-F238E27FC236}">
                <a16:creationId xmlns:a16="http://schemas.microsoft.com/office/drawing/2014/main" id="{210BCD4D-1038-1A35-EBB3-1A32CCE85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514" y="2341245"/>
            <a:ext cx="405130" cy="387350"/>
          </a:xfrm>
          <a:prstGeom prst="rect">
            <a:avLst/>
          </a:prstGeom>
        </p:spPr>
      </p:pic>
      <p:sp>
        <p:nvSpPr>
          <p:cNvPr id="17" name="吹き出し: 円形 6">
            <a:extLst>
              <a:ext uri="{FF2B5EF4-FFF2-40B4-BE49-F238E27FC236}">
                <a16:creationId xmlns:a16="http://schemas.microsoft.com/office/drawing/2014/main" id="{40680196-64A4-6CB4-741B-0CDA6D781D52}"/>
              </a:ext>
            </a:extLst>
          </p:cNvPr>
          <p:cNvSpPr/>
          <p:nvPr/>
        </p:nvSpPr>
        <p:spPr>
          <a:xfrm>
            <a:off x="7723619" y="3751565"/>
            <a:ext cx="1544155" cy="734213"/>
          </a:xfrm>
          <a:prstGeom prst="wedgeEllipseCallout">
            <a:avLst>
              <a:gd name="adj1" fmla="val -57348"/>
              <a:gd name="adj2" fmla="val -5514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>
                <a:ea typeface="等线"/>
              </a:rPr>
              <a:t>点击后服务器发送验证码</a:t>
            </a:r>
            <a:endParaRPr lang="zh-CN" altLang="en-US" sz="1400" dirty="0">
              <a:ea typeface="等线"/>
            </a:endParaRPr>
          </a:p>
        </p:txBody>
      </p:sp>
      <p:sp>
        <p:nvSpPr>
          <p:cNvPr id="19" name="矩形 13">
            <a:extLst>
              <a:ext uri="{FF2B5EF4-FFF2-40B4-BE49-F238E27FC236}">
                <a16:creationId xmlns:a16="http://schemas.microsoft.com/office/drawing/2014/main" id="{6AA7C65A-1ADD-6EA9-0C77-E5C24300F488}"/>
              </a:ext>
            </a:extLst>
          </p:cNvPr>
          <p:cNvSpPr/>
          <p:nvPr/>
        </p:nvSpPr>
        <p:spPr>
          <a:xfrm>
            <a:off x="3429560" y="3181975"/>
            <a:ext cx="2350299" cy="3766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ea typeface="等线"/>
              </a:rPr>
              <a:t> </a:t>
            </a:r>
          </a:p>
        </p:txBody>
      </p:sp>
      <p:sp>
        <p:nvSpPr>
          <p:cNvPr id="24" name="矩形 33">
            <a:extLst>
              <a:ext uri="{FF2B5EF4-FFF2-40B4-BE49-F238E27FC236}">
                <a16:creationId xmlns:a16="http://schemas.microsoft.com/office/drawing/2014/main" id="{6CC247D8-AFFC-7E31-D22C-0EF037E8818C}"/>
              </a:ext>
            </a:extLst>
          </p:cNvPr>
          <p:cNvSpPr/>
          <p:nvPr/>
        </p:nvSpPr>
        <p:spPr>
          <a:xfrm>
            <a:off x="5924508" y="3140822"/>
            <a:ext cx="2362897" cy="429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dirty="0">
                <a:ea typeface="等线"/>
              </a:rPr>
              <a:t>Send verification code</a:t>
            </a:r>
          </a:p>
        </p:txBody>
      </p:sp>
      <p:sp>
        <p:nvSpPr>
          <p:cNvPr id="26" name="矩形 33">
            <a:extLst>
              <a:ext uri="{FF2B5EF4-FFF2-40B4-BE49-F238E27FC236}">
                <a16:creationId xmlns:a16="http://schemas.microsoft.com/office/drawing/2014/main" id="{7A7D313A-66FB-B9AA-093A-3FFE8E1BC1C6}"/>
              </a:ext>
            </a:extLst>
          </p:cNvPr>
          <p:cNvSpPr/>
          <p:nvPr/>
        </p:nvSpPr>
        <p:spPr>
          <a:xfrm>
            <a:off x="3943308" y="3933301"/>
            <a:ext cx="1285937" cy="5619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dirty="0">
                <a:ea typeface="等线"/>
              </a:rPr>
              <a:t>Confirm</a:t>
            </a:r>
          </a:p>
        </p:txBody>
      </p:sp>
      <p:sp>
        <p:nvSpPr>
          <p:cNvPr id="28" name="吹き出し: 円形 6">
            <a:extLst>
              <a:ext uri="{FF2B5EF4-FFF2-40B4-BE49-F238E27FC236}">
                <a16:creationId xmlns:a16="http://schemas.microsoft.com/office/drawing/2014/main" id="{64F4A349-E501-256D-7290-A27D1E8162CC}"/>
              </a:ext>
            </a:extLst>
          </p:cNvPr>
          <p:cNvSpPr/>
          <p:nvPr/>
        </p:nvSpPr>
        <p:spPr>
          <a:xfrm>
            <a:off x="4909298" y="4615164"/>
            <a:ext cx="2478875" cy="734213"/>
          </a:xfrm>
          <a:prstGeom prst="wedgeEllipseCallout">
            <a:avLst>
              <a:gd name="adj1" fmla="val -57348"/>
              <a:gd name="adj2" fmla="val -55142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zh-CN" altLang="en-US" sz="1400">
                <a:ea typeface="等线"/>
              </a:rPr>
              <a:t>输入验证码并点击Confirm则完成更改</a:t>
            </a:r>
            <a:endParaRPr lang="zh-CN" altLang="en-US" sz="1400" dirty="0">
              <a:ea typeface="等线"/>
            </a:endParaRPr>
          </a:p>
        </p:txBody>
      </p:sp>
      <p:sp>
        <p:nvSpPr>
          <p:cNvPr id="6" name="文本框 37">
            <a:extLst>
              <a:ext uri="{FF2B5EF4-FFF2-40B4-BE49-F238E27FC236}">
                <a16:creationId xmlns:a16="http://schemas.microsoft.com/office/drawing/2014/main" id="{8857726B-9EC0-EB5F-81AC-81C471D727A8}"/>
              </a:ext>
            </a:extLst>
          </p:cNvPr>
          <p:cNvSpPr txBox="1"/>
          <p:nvPr/>
        </p:nvSpPr>
        <p:spPr>
          <a:xfrm>
            <a:off x="854537" y="1671306"/>
            <a:ext cx="2484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>
                <a:ea typeface="等线"/>
              </a:rPr>
              <a:t>Email Setting</a:t>
            </a:r>
            <a:endParaRPr lang="zh-CN" altLang="en-US" sz="2400" b="1" dirty="0">
              <a:ea typeface="等线"/>
            </a:endParaRPr>
          </a:p>
        </p:txBody>
      </p:sp>
      <p:sp>
        <p:nvSpPr>
          <p:cNvPr id="7" name="文本框 37">
            <a:extLst>
              <a:ext uri="{FF2B5EF4-FFF2-40B4-BE49-F238E27FC236}">
                <a16:creationId xmlns:a16="http://schemas.microsoft.com/office/drawing/2014/main" id="{F3C0D122-A87A-D191-BBE0-6F084B387F62}"/>
              </a:ext>
            </a:extLst>
          </p:cNvPr>
          <p:cNvSpPr txBox="1"/>
          <p:nvPr/>
        </p:nvSpPr>
        <p:spPr>
          <a:xfrm>
            <a:off x="813896" y="5044425"/>
            <a:ext cx="357194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>
                <a:ea typeface="等线"/>
              </a:rPr>
              <a:t>Notification Setting</a:t>
            </a:r>
            <a:endParaRPr lang="zh-CN" altLang="en-US" sz="2400" b="1" dirty="0">
              <a:ea typeface="等线"/>
            </a:endParaRPr>
          </a:p>
        </p:txBody>
      </p:sp>
      <p:sp>
        <p:nvSpPr>
          <p:cNvPr id="18" name="文本框 2">
            <a:extLst>
              <a:ext uri="{FF2B5EF4-FFF2-40B4-BE49-F238E27FC236}">
                <a16:creationId xmlns:a16="http://schemas.microsoft.com/office/drawing/2014/main" id="{B2E4EDC6-41B1-7D2F-D949-7E10EFEFD430}"/>
              </a:ext>
            </a:extLst>
          </p:cNvPr>
          <p:cNvSpPr txBox="1"/>
          <p:nvPr/>
        </p:nvSpPr>
        <p:spPr>
          <a:xfrm>
            <a:off x="43408" y="5699062"/>
            <a:ext cx="28195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altLang="zh-CN" dirty="0" err="1">
                <a:ea typeface="等线"/>
              </a:rPr>
              <a:t>暂无，未来开发</a:t>
            </a:r>
          </a:p>
        </p:txBody>
      </p:sp>
    </p:spTree>
    <p:extLst>
      <p:ext uri="{BB962C8B-B14F-4D97-AF65-F5344CB8AC3E}">
        <p14:creationId xmlns:p14="http://schemas.microsoft.com/office/powerpoint/2010/main" val="660704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6F40E-43C5-F5D4-C642-4E8A3052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2.1用户主页 </a:t>
            </a:r>
            <a:r>
              <a:rPr lang="en-US" altLang="zh-CN" dirty="0">
                <a:ea typeface="等线 Light"/>
              </a:rPr>
              <a:t>- home</a:t>
            </a:r>
            <a:endParaRPr lang="zh-CN" altLang="en-US" dirty="0">
              <a:ea typeface="等线 Ligh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6EC9DC-8DA6-7FEC-3AC0-3352457FB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724"/>
            <a:ext cx="10515600" cy="492950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登陆成功后调用接口获取以下信息：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zh-CN">
                <a:ea typeface="等线"/>
              </a:rPr>
              <a:t>用户拥有的所有账本的</a:t>
            </a:r>
            <a:r>
              <a:rPr lang="en-US" altLang="zh-CN" dirty="0">
                <a:ea typeface="等线"/>
              </a:rPr>
              <a:t>name</a:t>
            </a:r>
            <a:r>
              <a:rPr lang="zh-CN" altLang="en-US">
                <a:ea typeface="等线"/>
              </a:rPr>
              <a:t>，</a:t>
            </a:r>
            <a:r>
              <a:rPr lang="en-US" altLang="zh-CN" dirty="0">
                <a:ea typeface="等线"/>
              </a:rPr>
              <a:t>id</a:t>
            </a:r>
            <a:r>
              <a:rPr lang="zh-CN" altLang="en-US">
                <a:ea typeface="等线"/>
              </a:rPr>
              <a:t>和</a:t>
            </a:r>
            <a:r>
              <a:rPr lang="en-US" altLang="zh-CN" dirty="0" err="1">
                <a:ea typeface="等线"/>
              </a:rPr>
              <a:t>base_currency</a:t>
            </a:r>
            <a:r>
              <a:rPr lang="zh-CN" altLang="zh-CN">
                <a:ea typeface="等线"/>
              </a:rPr>
              <a:t>，</a:t>
            </a:r>
            <a:endParaRPr lang="en-US" altLang="zh-CN">
              <a:ea typeface="等线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>
                <a:ea typeface="等线"/>
              </a:rPr>
              <a:t>默认账本</a:t>
            </a:r>
            <a:r>
              <a:rPr lang="en-US" altLang="zh-CN" dirty="0" err="1">
                <a:ea typeface="等线"/>
              </a:rPr>
              <a:t>id，此账本下所有消费类别的id，name，color，is_merge_expense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zh-CN" dirty="0"/>
              <a:t>默认账本的</a:t>
            </a:r>
            <a:r>
              <a:rPr lang="en-US" altLang="zh-CN" dirty="0"/>
              <a:t>30</a:t>
            </a:r>
            <a:r>
              <a:rPr lang="zh-CN" altLang="zh-CN" dirty="0"/>
              <a:t>天消费</a:t>
            </a:r>
            <a:r>
              <a:rPr lang="zh-CN" altLang="en-US" dirty="0"/>
              <a:t>的饼图</a:t>
            </a:r>
            <a:r>
              <a:rPr lang="zh-CN" altLang="zh-CN" dirty="0"/>
              <a:t>信息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>
                <a:ea typeface="等线"/>
              </a:rPr>
              <a:t>消费</a:t>
            </a:r>
            <a:r>
              <a:rPr lang="zh-CN" altLang="zh-CN">
                <a:ea typeface="等线"/>
              </a:rPr>
              <a:t>总额，各币种总额</a:t>
            </a:r>
            <a:r>
              <a:rPr lang="zh-CN" altLang="en-US">
                <a:ea typeface="等线"/>
              </a:rPr>
              <a:t>，</a:t>
            </a:r>
            <a:r>
              <a:rPr lang="zh-CN" altLang="zh-CN">
                <a:ea typeface="等线"/>
              </a:rPr>
              <a:t>各类别总额</a:t>
            </a:r>
            <a:r>
              <a:rPr lang="zh-CN" altLang="en-US">
                <a:ea typeface="等线"/>
              </a:rPr>
              <a:t>。</a:t>
            </a:r>
            <a:endParaRPr lang="en-US" altLang="zh-CN">
              <a:ea typeface="等线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消费记录表格</a:t>
            </a:r>
            <a:endParaRPr lang="en-US" altLang="zh-CN" dirty="0"/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/>
              <a:t>分页展示消费记录，第一页时最新十条，不包含子消费记录。每条消费最左侧有</a:t>
            </a:r>
            <a:r>
              <a:rPr lang="en-US" altLang="zh-CN" dirty="0"/>
              <a:t>checkbox</a:t>
            </a:r>
            <a:r>
              <a:rPr lang="zh-CN" altLang="en-US" dirty="0"/>
              <a:t>表格上方有删除按钮。</a:t>
            </a:r>
            <a:endParaRPr lang="en-US" altLang="zh-CN" dirty="0"/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/>
              <a:t>每行消费记录最右侧有更改按钮，点击后内容变成可编辑状态，点击了合并消费的更改按钮后其子消费也可以更改。</a:t>
            </a:r>
            <a:endParaRPr lang="en-US" altLang="zh-CN" dirty="0"/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/>
              <a:t>合并消费要带一个箭头，点击后显示它的所有子消费记录。</a:t>
            </a:r>
            <a:endParaRPr lang="en-US" altLang="zh-CN" dirty="0"/>
          </a:p>
          <a:p>
            <a:pPr marL="1371600" lvl="2" indent="-457200">
              <a:buFont typeface="+mj-lt"/>
              <a:buAutoNum type="arabicPeriod"/>
            </a:pPr>
            <a:r>
              <a:rPr lang="zh-CN" altLang="en-US" dirty="0"/>
              <a:t>消费记录表格的上方有新增消费记录的按钮。</a:t>
            </a:r>
            <a:endParaRPr lang="zh-CN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左上角有账本</a:t>
            </a:r>
            <a:r>
              <a:rPr lang="zh-CN" altLang="zh-CN" dirty="0"/>
              <a:t>下拉框，可以选择所有账本，选择后获取并</a:t>
            </a:r>
            <a:r>
              <a:rPr lang="zh-CN" altLang="en-US" dirty="0"/>
              <a:t>刷新显示</a:t>
            </a:r>
            <a:r>
              <a:rPr lang="en-US" altLang="zh-CN" dirty="0"/>
              <a:t>1.</a:t>
            </a:r>
            <a:r>
              <a:rPr lang="zh-CN" altLang="zh-CN" dirty="0"/>
              <a:t>的信息</a:t>
            </a:r>
            <a:r>
              <a:rPr lang="zh-CN" altLang="en-US" dirty="0"/>
              <a:t>。账本下拉框右侧有“账本设置”按钮，点击后跳转，可以管理账本的详细信息，</a:t>
            </a:r>
            <a:r>
              <a:rPr lang="en-US" altLang="zh-CN" dirty="0"/>
              <a:t>budget</a:t>
            </a:r>
            <a:r>
              <a:rPr lang="zh-CN" altLang="en-US" dirty="0"/>
              <a:t>，成员等。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6450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DDBB2-0BCB-D0AB-9C95-EFC32A58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2.1用户主页 </a:t>
            </a:r>
            <a:r>
              <a:rPr lang="en-US" altLang="zh-CN" dirty="0">
                <a:ea typeface="等线 Light"/>
              </a:rPr>
              <a:t>- home</a:t>
            </a:r>
            <a:endParaRPr lang="zh-CN" altLang="en-US" dirty="0">
              <a:ea typeface="等线 Ligh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46DBB2-C822-B860-B164-B46A18DA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/>
              <a:t>3.   </a:t>
            </a:r>
            <a:r>
              <a:rPr lang="zh-CN" altLang="en-US" dirty="0"/>
              <a:t>日期选择：账本下拉框的下方有</a:t>
            </a:r>
            <a:r>
              <a:rPr lang="en-US" altLang="zh-CN" dirty="0"/>
              <a:t>Start date</a:t>
            </a:r>
            <a:r>
              <a:rPr lang="zh-CN" altLang="en-US" dirty="0"/>
              <a:t>，</a:t>
            </a:r>
            <a:r>
              <a:rPr lang="en-US" altLang="zh-CN" dirty="0"/>
              <a:t>End date</a:t>
            </a:r>
            <a:r>
              <a:rPr lang="zh-CN" altLang="en-US" dirty="0"/>
              <a:t>两个日历框，默认是过去</a:t>
            </a:r>
            <a:r>
              <a:rPr lang="en-US" altLang="zh-CN" dirty="0"/>
              <a:t>30</a:t>
            </a:r>
            <a:r>
              <a:rPr lang="zh-CN" altLang="en-US" dirty="0"/>
              <a:t>天。其右侧有三个单选框（</a:t>
            </a:r>
            <a:r>
              <a:rPr lang="en-US" altLang="zh-CN" dirty="0">
                <a:ea typeface="等线"/>
              </a:rPr>
              <a:t>Last 7 days</a:t>
            </a:r>
            <a:r>
              <a:rPr lang="zh-CN" altLang="en-US" dirty="0">
                <a:ea typeface="等线"/>
              </a:rPr>
              <a:t>，</a:t>
            </a:r>
            <a:r>
              <a:rPr lang="en-US" altLang="zh-CN" dirty="0">
                <a:ea typeface="等线"/>
              </a:rPr>
              <a:t>last 30days</a:t>
            </a:r>
            <a:r>
              <a:rPr lang="zh-CN" altLang="en-US" dirty="0">
                <a:ea typeface="等线"/>
              </a:rPr>
              <a:t>，</a:t>
            </a:r>
            <a:r>
              <a:rPr lang="en-US" altLang="zh-CN" dirty="0">
                <a:ea typeface="等线"/>
              </a:rPr>
              <a:t>This month</a:t>
            </a:r>
            <a:r>
              <a:rPr lang="zh-CN" altLang="en-US" dirty="0"/>
              <a:t>），点击后两个日历框的内容自动修改，手动修改日历框之后单选框也会恢复空状态。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ea typeface="等线"/>
              </a:rPr>
              <a:t>4.   </a:t>
            </a:r>
            <a:r>
              <a:rPr lang="zh-CN" altLang="en-US">
                <a:ea typeface="等线"/>
              </a:rPr>
              <a:t>分类选择：日期选择的下方是类别选择下拉框，右侧有"All"和“</a:t>
            </a:r>
            <a:r>
              <a:rPr lang="en-US" altLang="zh-CN" dirty="0">
                <a:ea typeface="等线"/>
              </a:rPr>
              <a:t>Clear</a:t>
            </a:r>
            <a:r>
              <a:rPr lang="zh-CN" altLang="en-US">
                <a:ea typeface="等线"/>
              </a:rPr>
              <a:t>”按钮。选择一个类别后下方多出一个类别框，框右上角有“</a:t>
            </a:r>
            <a:r>
              <a:rPr lang="en-US" altLang="zh-CN" dirty="0">
                <a:ea typeface="等线"/>
              </a:rPr>
              <a:t>x</a:t>
            </a:r>
            <a:r>
              <a:rPr lang="zh-CN" altLang="en-US">
                <a:ea typeface="等线"/>
              </a:rPr>
              <a:t>”可以取消选择。</a:t>
            </a:r>
            <a:endParaRPr lang="en-US" altLang="zh-CN">
              <a:ea typeface="等线"/>
            </a:endParaRPr>
          </a:p>
          <a:p>
            <a:pPr marL="0" indent="0">
              <a:buNone/>
            </a:pPr>
            <a:r>
              <a:rPr lang="en-US" altLang="zh-CN" dirty="0"/>
              <a:t>5.   </a:t>
            </a:r>
            <a:r>
              <a:rPr lang="zh-CN" altLang="en-US" dirty="0"/>
              <a:t>下方有“查询”按钮，点击后刷新</a:t>
            </a:r>
            <a:r>
              <a:rPr lang="en-US" altLang="zh-CN" dirty="0"/>
              <a:t>1.</a:t>
            </a:r>
            <a:r>
              <a:rPr lang="zh-CN" altLang="en-US" dirty="0"/>
              <a:t>的所有信息</a:t>
            </a:r>
          </a:p>
        </p:txBody>
      </p:sp>
    </p:spTree>
    <p:extLst>
      <p:ext uri="{BB962C8B-B14F-4D97-AF65-F5344CB8AC3E}">
        <p14:creationId xmlns:p14="http://schemas.microsoft.com/office/powerpoint/2010/main" val="917040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FAB28B2-EE2E-EB89-9DA6-84A3975E0598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E4769F5-E0A7-9F07-B73D-F9FD010C63C6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A0190D73-35E3-7BD7-E68B-8562D8D6FEF6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流程图: 延期 4">
              <a:extLst>
                <a:ext uri="{FF2B5EF4-FFF2-40B4-BE49-F238E27FC236}">
                  <a16:creationId xmlns:a16="http://schemas.microsoft.com/office/drawing/2014/main" id="{3A93A9F7-1C77-7080-BE04-FA3682DBFE53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22DC40D-C0F1-CDC3-F6BA-944979D68045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5B9A775-FED0-CE09-A6F2-18EC9C35F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355769"/>
              </p:ext>
            </p:extLst>
          </p:nvPr>
        </p:nvGraphicFramePr>
        <p:xfrm>
          <a:off x="-1" y="1011134"/>
          <a:ext cx="2659117" cy="5817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117">
                  <a:extLst>
                    <a:ext uri="{9D8B030D-6E8A-4147-A177-3AD203B41FA5}">
                      <a16:colId xmlns:a16="http://schemas.microsoft.com/office/drawing/2014/main" val="3260511678"/>
                    </a:ext>
                  </a:extLst>
                </a:gridCol>
              </a:tblGrid>
              <a:tr h="83111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Home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50247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Chart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388693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dirty="0"/>
                    </a:p>
                  </a:txBody>
                  <a:tcPr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401917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780905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72873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1120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213803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319087F9-DD18-A891-3D37-D865A55D7598}"/>
              </a:ext>
            </a:extLst>
          </p:cNvPr>
          <p:cNvSpPr/>
          <p:nvPr/>
        </p:nvSpPr>
        <p:spPr>
          <a:xfrm>
            <a:off x="4488984" y="1422207"/>
            <a:ext cx="1219200" cy="30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066D46-3B89-5CD2-1FFB-08070FE52E44}"/>
              </a:ext>
            </a:extLst>
          </p:cNvPr>
          <p:cNvSpPr txBox="1"/>
          <p:nvPr/>
        </p:nvSpPr>
        <p:spPr>
          <a:xfrm>
            <a:off x="3307101" y="1389632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Start date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DEFFDA-70AA-2BC1-349C-5968B6BD41D5}"/>
              </a:ext>
            </a:extLst>
          </p:cNvPr>
          <p:cNvSpPr/>
          <p:nvPr/>
        </p:nvSpPr>
        <p:spPr>
          <a:xfrm>
            <a:off x="7243369" y="1424833"/>
            <a:ext cx="1219200" cy="30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22A728F-6559-B201-C643-4174B45C81EF}"/>
              </a:ext>
            </a:extLst>
          </p:cNvPr>
          <p:cNvSpPr txBox="1"/>
          <p:nvPr/>
        </p:nvSpPr>
        <p:spPr>
          <a:xfrm>
            <a:off x="6061486" y="1392259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 date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9F45957-AD60-F44C-C2C2-4FC6204C34FC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36DE60-3E6C-05ED-D1CB-CEA73675C867}"/>
              </a:ext>
            </a:extLst>
          </p:cNvPr>
          <p:cNvSpPr/>
          <p:nvPr/>
        </p:nvSpPr>
        <p:spPr>
          <a:xfrm>
            <a:off x="10004350" y="271003"/>
            <a:ext cx="115191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4448D0-62FD-FE7D-E8D9-CA3ECC5D17D8}"/>
              </a:ext>
            </a:extLst>
          </p:cNvPr>
          <p:cNvSpPr/>
          <p:nvPr/>
        </p:nvSpPr>
        <p:spPr>
          <a:xfrm>
            <a:off x="10895680" y="1427745"/>
            <a:ext cx="840827" cy="378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Select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09B7C0-1429-6E7A-8EB1-EF4C6BA3BC82}"/>
              </a:ext>
            </a:extLst>
          </p:cNvPr>
          <p:cNvSpPr txBox="1"/>
          <p:nvPr/>
        </p:nvSpPr>
        <p:spPr>
          <a:xfrm>
            <a:off x="8782391" y="1164981"/>
            <a:ext cx="170156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zh-CN" altLang="en-US" dirty="0">
                <a:ea typeface="等线"/>
              </a:rPr>
              <a:t>Per Month</a:t>
            </a:r>
            <a:endParaRPr lang="en-US" altLang="zh-CN" dirty="0">
              <a:ea typeface="等线"/>
            </a:endParaRPr>
          </a:p>
          <a:p>
            <a:pPr marL="285750" indent="-285750">
              <a:buFont typeface="Courier New"/>
              <a:buChar char="o"/>
            </a:pPr>
            <a:r>
              <a:rPr lang="en-US" altLang="zh-CN" dirty="0">
                <a:ea typeface="等线"/>
              </a:rPr>
              <a:t>Per week</a:t>
            </a:r>
            <a:endParaRPr lang="zh-CN" altLang="en-US" dirty="0">
              <a:ea typeface="等线"/>
            </a:endParaRPr>
          </a:p>
          <a:p>
            <a:pPr marL="285750" indent="-285750">
              <a:buFont typeface="Courier New"/>
              <a:buChar char="o"/>
            </a:pPr>
            <a:r>
              <a:rPr lang="zh-CN" altLang="en-US" dirty="0">
                <a:ea typeface="等线"/>
              </a:rPr>
              <a:t>Per day</a:t>
            </a:r>
          </a:p>
        </p:txBody>
      </p:sp>
      <p:pic>
        <p:nvPicPr>
          <p:cNvPr id="8" name="图片 7" descr="图表, 折线图&#10;&#10;已自动生成说明">
            <a:extLst>
              <a:ext uri="{FF2B5EF4-FFF2-40B4-BE49-F238E27FC236}">
                <a16:creationId xmlns:a16="http://schemas.microsoft.com/office/drawing/2014/main" id="{43DEFB5F-5D9C-17EE-9EDE-C6455D063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630" y="2445829"/>
            <a:ext cx="3933039" cy="236185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84F2680-D4E8-C8F4-78D3-E20E72D80406}"/>
              </a:ext>
            </a:extLst>
          </p:cNvPr>
          <p:cNvSpPr/>
          <p:nvPr/>
        </p:nvSpPr>
        <p:spPr>
          <a:xfrm>
            <a:off x="3589362" y="2477292"/>
            <a:ext cx="1444276" cy="304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消费类别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39FE22-913F-4698-9C15-6BFDD304967F}"/>
              </a:ext>
            </a:extLst>
          </p:cNvPr>
          <p:cNvSpPr/>
          <p:nvPr/>
        </p:nvSpPr>
        <p:spPr>
          <a:xfrm>
            <a:off x="5284871" y="2458438"/>
            <a:ext cx="717754" cy="3620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Add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1463DB-FFE5-DBBD-7F05-1E2FA1AF505D}"/>
              </a:ext>
            </a:extLst>
          </p:cNvPr>
          <p:cNvSpPr/>
          <p:nvPr/>
        </p:nvSpPr>
        <p:spPr>
          <a:xfrm>
            <a:off x="3583448" y="2996953"/>
            <a:ext cx="840827" cy="378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餐费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E16E8D-CA47-618D-EB2C-4160198A311E}"/>
              </a:ext>
            </a:extLst>
          </p:cNvPr>
          <p:cNvSpPr/>
          <p:nvPr/>
        </p:nvSpPr>
        <p:spPr>
          <a:xfrm>
            <a:off x="4525738" y="2996953"/>
            <a:ext cx="1219200" cy="378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固定支出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381D56-D854-9F36-B0C4-49E565822A94}"/>
              </a:ext>
            </a:extLst>
          </p:cNvPr>
          <p:cNvSpPr txBox="1"/>
          <p:nvPr/>
        </p:nvSpPr>
        <p:spPr>
          <a:xfrm>
            <a:off x="5920841" y="302273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BA6C3B-4EBC-F7E4-A0D2-17A7D28F4E42}"/>
              </a:ext>
            </a:extLst>
          </p:cNvPr>
          <p:cNvSpPr txBox="1"/>
          <p:nvPr/>
        </p:nvSpPr>
        <p:spPr>
          <a:xfrm>
            <a:off x="4226243" y="2963512"/>
            <a:ext cx="247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x</a:t>
            </a:r>
            <a:endParaRPr lang="zh-CN" altLang="en-US" sz="11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71D620-7E5E-9D99-1389-92054326E363}"/>
              </a:ext>
            </a:extLst>
          </p:cNvPr>
          <p:cNvSpPr txBox="1"/>
          <p:nvPr/>
        </p:nvSpPr>
        <p:spPr>
          <a:xfrm>
            <a:off x="5529157" y="2950756"/>
            <a:ext cx="247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x</a:t>
            </a:r>
            <a:endParaRPr lang="zh-CN" altLang="en-US" sz="11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5FA2F0-AB8B-1D2F-ED70-D1CB83D211D4}"/>
              </a:ext>
            </a:extLst>
          </p:cNvPr>
          <p:cNvSpPr/>
          <p:nvPr/>
        </p:nvSpPr>
        <p:spPr>
          <a:xfrm>
            <a:off x="3583448" y="3626719"/>
            <a:ext cx="717754" cy="36202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Clear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BFBB36-FBB5-FAFE-2415-A6EC30B556AC}"/>
              </a:ext>
            </a:extLst>
          </p:cNvPr>
          <p:cNvSpPr/>
          <p:nvPr/>
        </p:nvSpPr>
        <p:spPr>
          <a:xfrm>
            <a:off x="4552721" y="3626719"/>
            <a:ext cx="976436" cy="3620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Confirm</a:t>
            </a:r>
            <a:endParaRPr lang="zh-CN" altLang="en-US" dirty="0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28791167-B986-872C-EA03-80129DC04BD7}"/>
              </a:ext>
            </a:extLst>
          </p:cNvPr>
          <p:cNvSpPr/>
          <p:nvPr/>
        </p:nvSpPr>
        <p:spPr>
          <a:xfrm rot="10800000">
            <a:off x="4755900" y="2564412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04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19533-ED08-73B3-D4BF-D1828BD0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2F813D5-DE0D-35A4-9BA2-948AE27FBEFA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F71FF8A-2AD7-F646-C5EE-871A8697A5FF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546CBAC-A2F7-7225-5B82-A7B03C7FB5F9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流程图: 延期 4">
              <a:extLst>
                <a:ext uri="{FF2B5EF4-FFF2-40B4-BE49-F238E27FC236}">
                  <a16:creationId xmlns:a16="http://schemas.microsoft.com/office/drawing/2014/main" id="{9B8158A5-CEF5-3252-555E-6B5ABCFFF80B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E97AC74-E6C6-2A73-90AB-4CA8556B85D9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60ECDCFD-B2BA-ED2A-6E90-1924E77931AB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FF5B50-EE59-45F4-1118-68AFB51391A7}"/>
              </a:ext>
            </a:extLst>
          </p:cNvPr>
          <p:cNvSpPr/>
          <p:nvPr/>
        </p:nvSpPr>
        <p:spPr>
          <a:xfrm>
            <a:off x="10004350" y="271003"/>
            <a:ext cx="115191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FB4558F-FDDA-D206-1A3E-E4A00CB413CD}"/>
              </a:ext>
            </a:extLst>
          </p:cNvPr>
          <p:cNvSpPr txBox="1"/>
          <p:nvPr/>
        </p:nvSpPr>
        <p:spPr>
          <a:xfrm>
            <a:off x="3473041" y="-1110945"/>
            <a:ext cx="64017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点击账本下拉框右侧的“账本设置”按钮后，跳转账本设置页面 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part1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7E8DA09-4592-7BE1-3AE8-626D6FEFAE28}"/>
              </a:ext>
            </a:extLst>
          </p:cNvPr>
          <p:cNvSpPr txBox="1"/>
          <p:nvPr/>
        </p:nvSpPr>
        <p:spPr>
          <a:xfrm>
            <a:off x="2850092" y="1250893"/>
            <a:ext cx="178378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>
                <a:ea typeface="等线"/>
              </a:rPr>
              <a:t>&lt;账本名&gt;</a:t>
            </a:r>
            <a:endParaRPr lang="en-US" altLang="zh-CN" sz="2400" b="1">
              <a:ea typeface="等线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BC833BB-14BC-7CDE-2FCC-1E0BD8C3AD09}"/>
              </a:ext>
            </a:extLst>
          </p:cNvPr>
          <p:cNvSpPr txBox="1"/>
          <p:nvPr/>
        </p:nvSpPr>
        <p:spPr>
          <a:xfrm>
            <a:off x="3350826" y="2005597"/>
            <a:ext cx="175076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>
                <a:ea typeface="等线"/>
              </a:rPr>
              <a:t>账本</a:t>
            </a:r>
            <a:r>
              <a:rPr lang="en-US" altLang="zh-CN" dirty="0">
                <a:ea typeface="等线"/>
              </a:rPr>
              <a:t>description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03EC7AF-647A-0EA3-B1C7-D9E71CEE7347}"/>
              </a:ext>
            </a:extLst>
          </p:cNvPr>
          <p:cNvSpPr txBox="1"/>
          <p:nvPr/>
        </p:nvSpPr>
        <p:spPr>
          <a:xfrm>
            <a:off x="2911106" y="5956916"/>
            <a:ext cx="14993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 dirty="0">
                <a:ea typeface="等线"/>
              </a:rPr>
              <a:t>账本成员</a:t>
            </a:r>
            <a:endParaRPr lang="en-US" altLang="zh-CN" sz="2400" b="1" dirty="0">
              <a:ea typeface="等线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47F30CD-370D-2F60-4F9C-4B7C5CCCD4FF}"/>
              </a:ext>
            </a:extLst>
          </p:cNvPr>
          <p:cNvSpPr txBox="1"/>
          <p:nvPr/>
        </p:nvSpPr>
        <p:spPr>
          <a:xfrm>
            <a:off x="2911052" y="2525728"/>
            <a:ext cx="175076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 dirty="0">
                <a:ea typeface="等线"/>
              </a:rPr>
              <a:t>账本预算表</a:t>
            </a:r>
            <a:endParaRPr lang="en-US" altLang="zh-CN" sz="2400" b="1" dirty="0">
              <a:ea typeface="等线"/>
            </a:endParaRPr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6729A9B8-DE0B-3F32-16E2-B661F3626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856844"/>
              </p:ext>
            </p:extLst>
          </p:nvPr>
        </p:nvGraphicFramePr>
        <p:xfrm>
          <a:off x="2825577" y="3453228"/>
          <a:ext cx="8840259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269">
                  <a:extLst>
                    <a:ext uri="{9D8B030D-6E8A-4147-A177-3AD203B41FA5}">
                      <a16:colId xmlns:a16="http://schemas.microsoft.com/office/drawing/2014/main" val="3684487878"/>
                    </a:ext>
                  </a:extLst>
                </a:gridCol>
                <a:gridCol w="906354">
                  <a:extLst>
                    <a:ext uri="{9D8B030D-6E8A-4147-A177-3AD203B41FA5}">
                      <a16:colId xmlns:a16="http://schemas.microsoft.com/office/drawing/2014/main" val="1107952409"/>
                    </a:ext>
                  </a:extLst>
                </a:gridCol>
                <a:gridCol w="1060057">
                  <a:extLst>
                    <a:ext uri="{9D8B030D-6E8A-4147-A177-3AD203B41FA5}">
                      <a16:colId xmlns:a16="http://schemas.microsoft.com/office/drawing/2014/main" val="4186152435"/>
                    </a:ext>
                  </a:extLst>
                </a:gridCol>
                <a:gridCol w="1067607">
                  <a:extLst>
                    <a:ext uri="{9D8B030D-6E8A-4147-A177-3AD203B41FA5}">
                      <a16:colId xmlns:a16="http://schemas.microsoft.com/office/drawing/2014/main" val="4278941799"/>
                    </a:ext>
                  </a:extLst>
                </a:gridCol>
                <a:gridCol w="1234787">
                  <a:extLst>
                    <a:ext uri="{9D8B030D-6E8A-4147-A177-3AD203B41FA5}">
                      <a16:colId xmlns:a16="http://schemas.microsoft.com/office/drawing/2014/main" val="795730983"/>
                    </a:ext>
                  </a:extLst>
                </a:gridCol>
                <a:gridCol w="1208698">
                  <a:extLst>
                    <a:ext uri="{9D8B030D-6E8A-4147-A177-3AD203B41FA5}">
                      <a16:colId xmlns:a16="http://schemas.microsoft.com/office/drawing/2014/main" val="947722239"/>
                    </a:ext>
                  </a:extLst>
                </a:gridCol>
                <a:gridCol w="791656">
                  <a:extLst>
                    <a:ext uri="{9D8B030D-6E8A-4147-A177-3AD203B41FA5}">
                      <a16:colId xmlns:a16="http://schemas.microsoft.com/office/drawing/2014/main" val="3836719887"/>
                    </a:ext>
                  </a:extLst>
                </a:gridCol>
                <a:gridCol w="806011">
                  <a:extLst>
                    <a:ext uri="{9D8B030D-6E8A-4147-A177-3AD203B41FA5}">
                      <a16:colId xmlns:a16="http://schemas.microsoft.com/office/drawing/2014/main" val="2103053018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3654906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Budget name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category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Cycle type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Cycle start day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amount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Currency?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Start date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End date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499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Budget 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All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Weekly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Monday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50000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JPY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2020-1-1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2030-1-1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Active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690951"/>
                  </a:ext>
                </a:extLst>
              </a:tr>
              <a:tr h="27257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Bud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get 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餐费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monthly</a:t>
                      </a:r>
                      <a:endParaRPr lang="zh-CN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60000</a:t>
                      </a:r>
                      <a:endParaRPr lang="zh-CN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JPY</a:t>
                      </a:r>
                      <a:endParaRPr lang="zh-CN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2020-1-1</a:t>
                      </a:r>
                      <a:endParaRPr lang="zh-CN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2030-1-1</a:t>
                      </a:r>
                      <a:endParaRPr lang="zh-CN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disabled</a:t>
                      </a:r>
                      <a:endParaRPr lang="zh-CN" altLang="en-US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268781"/>
                  </a:ext>
                </a:extLst>
              </a:tr>
            </a:tbl>
          </a:graphicData>
        </a:graphic>
      </p:graphicFrame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74F1C09-CC33-FED2-A42E-CC8D03A3D287}"/>
              </a:ext>
            </a:extLst>
          </p:cNvPr>
          <p:cNvCxnSpPr>
            <a:cxnSpLocks/>
          </p:cNvCxnSpPr>
          <p:nvPr/>
        </p:nvCxnSpPr>
        <p:spPr>
          <a:xfrm flipH="1">
            <a:off x="5287571" y="2736819"/>
            <a:ext cx="976870" cy="639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9941A72F-0435-2411-3730-CDF4FDE7B400}"/>
              </a:ext>
            </a:extLst>
          </p:cNvPr>
          <p:cNvSpPr txBox="1"/>
          <p:nvPr/>
        </p:nvSpPr>
        <p:spPr>
          <a:xfrm>
            <a:off x="5361446" y="1841984"/>
            <a:ext cx="3933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如果</a:t>
            </a:r>
            <a:r>
              <a:rPr lang="en-US" altLang="zh-CN" dirty="0">
                <a:solidFill>
                  <a:schemeClr val="accent2"/>
                </a:solidFill>
              </a:rPr>
              <a:t>cycle type</a:t>
            </a:r>
            <a:r>
              <a:rPr lang="zh-CN" altLang="en-US" dirty="0">
                <a:solidFill>
                  <a:schemeClr val="accent2"/>
                </a:solidFill>
              </a:rPr>
              <a:t>是</a:t>
            </a:r>
            <a:r>
              <a:rPr lang="en-US" altLang="zh-CN" dirty="0">
                <a:solidFill>
                  <a:schemeClr val="accent2"/>
                </a:solidFill>
              </a:rPr>
              <a:t>weekly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en-US" altLang="zh-CN" dirty="0">
                <a:solidFill>
                  <a:schemeClr val="accent2"/>
                </a:solidFill>
              </a:rPr>
              <a:t>cycle start day</a:t>
            </a:r>
            <a:r>
              <a:rPr lang="zh-CN" altLang="en-US" dirty="0">
                <a:solidFill>
                  <a:schemeClr val="accent2"/>
                </a:solidFill>
              </a:rPr>
              <a:t>的下拉框可选星期几；如果是</a:t>
            </a:r>
            <a:r>
              <a:rPr lang="en-US" altLang="zh-CN" dirty="0">
                <a:solidFill>
                  <a:schemeClr val="accent2"/>
                </a:solidFill>
              </a:rPr>
              <a:t>monthly</a:t>
            </a:r>
            <a:r>
              <a:rPr lang="zh-CN" altLang="en-US" dirty="0">
                <a:solidFill>
                  <a:schemeClr val="accent2"/>
                </a:solidFill>
              </a:rPr>
              <a:t>，可以选</a:t>
            </a:r>
            <a:r>
              <a:rPr lang="en-US" altLang="zh-CN" dirty="0">
                <a:solidFill>
                  <a:schemeClr val="accent2"/>
                </a:solidFill>
              </a:rPr>
              <a:t>1-31</a:t>
            </a:r>
            <a:r>
              <a:rPr lang="zh-CN" altLang="en-US" dirty="0">
                <a:solidFill>
                  <a:schemeClr val="accent2"/>
                </a:solidFill>
              </a:rPr>
              <a:t>之间的日期。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95E69E8-1231-9631-3CD1-53D79BE275BC}"/>
              </a:ext>
            </a:extLst>
          </p:cNvPr>
          <p:cNvCxnSpPr>
            <a:cxnSpLocks/>
          </p:cNvCxnSpPr>
          <p:nvPr/>
        </p:nvCxnSpPr>
        <p:spPr>
          <a:xfrm>
            <a:off x="6389370" y="2736819"/>
            <a:ext cx="0" cy="667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350058BC-AC82-F858-5D3D-A4413B6162D6}"/>
              </a:ext>
            </a:extLst>
          </p:cNvPr>
          <p:cNvSpPr/>
          <p:nvPr/>
        </p:nvSpPr>
        <p:spPr>
          <a:xfrm>
            <a:off x="2825577" y="5311421"/>
            <a:ext cx="1547990" cy="378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budget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E052909-6744-AFF8-5A53-27FE83BD8334}"/>
              </a:ext>
            </a:extLst>
          </p:cNvPr>
          <p:cNvSpPr/>
          <p:nvPr/>
        </p:nvSpPr>
        <p:spPr>
          <a:xfrm>
            <a:off x="11589060" y="4123788"/>
            <a:ext cx="1014684" cy="3008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Remove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C90A830-8E43-7D0F-A122-EC5840880F1C}"/>
              </a:ext>
            </a:extLst>
          </p:cNvPr>
          <p:cNvSpPr/>
          <p:nvPr/>
        </p:nvSpPr>
        <p:spPr>
          <a:xfrm>
            <a:off x="11589060" y="4497971"/>
            <a:ext cx="1014684" cy="3008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Remove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8B727E1-AB55-3F33-5B07-ACA9BF830AFB}"/>
              </a:ext>
            </a:extLst>
          </p:cNvPr>
          <p:cNvSpPr/>
          <p:nvPr/>
        </p:nvSpPr>
        <p:spPr>
          <a:xfrm>
            <a:off x="2825577" y="3076463"/>
            <a:ext cx="1547990" cy="329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Apply change</a:t>
            </a:r>
          </a:p>
        </p:txBody>
      </p:sp>
      <p:sp>
        <p:nvSpPr>
          <p:cNvPr id="70" name="等腰三角形 69">
            <a:extLst>
              <a:ext uri="{FF2B5EF4-FFF2-40B4-BE49-F238E27FC236}">
                <a16:creationId xmlns:a16="http://schemas.microsoft.com/office/drawing/2014/main" id="{47C038C8-15AA-22EA-5543-97833D57D01D}"/>
              </a:ext>
            </a:extLst>
          </p:cNvPr>
          <p:cNvSpPr/>
          <p:nvPr/>
        </p:nvSpPr>
        <p:spPr>
          <a:xfrm rot="10800000">
            <a:off x="5428305" y="4284078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>
            <a:extLst>
              <a:ext uri="{FF2B5EF4-FFF2-40B4-BE49-F238E27FC236}">
                <a16:creationId xmlns:a16="http://schemas.microsoft.com/office/drawing/2014/main" id="{17FDAB38-4B6F-FD0C-A9A2-02C109877576}"/>
              </a:ext>
            </a:extLst>
          </p:cNvPr>
          <p:cNvSpPr/>
          <p:nvPr/>
        </p:nvSpPr>
        <p:spPr>
          <a:xfrm rot="10800000">
            <a:off x="5454609" y="4875024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>
            <a:extLst>
              <a:ext uri="{FF2B5EF4-FFF2-40B4-BE49-F238E27FC236}">
                <a16:creationId xmlns:a16="http://schemas.microsoft.com/office/drawing/2014/main" id="{990C1F56-9DA1-EEFD-E25D-36005199B3B5}"/>
              </a:ext>
            </a:extLst>
          </p:cNvPr>
          <p:cNvSpPr/>
          <p:nvPr/>
        </p:nvSpPr>
        <p:spPr>
          <a:xfrm rot="10800000">
            <a:off x="6541871" y="4289589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>
            <a:extLst>
              <a:ext uri="{FF2B5EF4-FFF2-40B4-BE49-F238E27FC236}">
                <a16:creationId xmlns:a16="http://schemas.microsoft.com/office/drawing/2014/main" id="{2831B4BE-7021-D610-F8E2-5C9CFB416399}"/>
              </a:ext>
            </a:extLst>
          </p:cNvPr>
          <p:cNvSpPr/>
          <p:nvPr/>
        </p:nvSpPr>
        <p:spPr>
          <a:xfrm rot="10800000">
            <a:off x="6541871" y="4873733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5D179FBD-EBBB-FAF8-5692-65CC9B657F0E}"/>
              </a:ext>
            </a:extLst>
          </p:cNvPr>
          <p:cNvCxnSpPr>
            <a:cxnSpLocks/>
            <a:stCxn id="76" idx="1"/>
          </p:cNvCxnSpPr>
          <p:nvPr/>
        </p:nvCxnSpPr>
        <p:spPr>
          <a:xfrm flipH="1" flipV="1">
            <a:off x="4458972" y="5613744"/>
            <a:ext cx="1090386" cy="76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55493EBC-F07C-32BF-385B-AD9C36A62FB8}"/>
              </a:ext>
            </a:extLst>
          </p:cNvPr>
          <p:cNvSpPr txBox="1"/>
          <p:nvPr/>
        </p:nvSpPr>
        <p:spPr>
          <a:xfrm>
            <a:off x="5549358" y="5366627"/>
            <a:ext cx="175076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>
                <a:ea typeface="等线"/>
              </a:rPr>
              <a:t>点击后新增一行，可以编辑。</a:t>
            </a:r>
            <a:endParaRPr lang="en-US" altLang="zh-CN" dirty="0">
              <a:ea typeface="等线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AF250D99-0274-C85C-680A-E7309D8B6495}"/>
              </a:ext>
            </a:extLst>
          </p:cNvPr>
          <p:cNvCxnSpPr>
            <a:cxnSpLocks/>
          </p:cNvCxnSpPr>
          <p:nvPr/>
        </p:nvCxnSpPr>
        <p:spPr>
          <a:xfrm flipV="1">
            <a:off x="2191026" y="3219291"/>
            <a:ext cx="509622" cy="381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A4493387-3790-0BE2-E532-BC3430D430BB}"/>
              </a:ext>
            </a:extLst>
          </p:cNvPr>
          <p:cNvSpPr txBox="1"/>
          <p:nvPr/>
        </p:nvSpPr>
        <p:spPr>
          <a:xfrm>
            <a:off x="695074" y="3403633"/>
            <a:ext cx="175076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>
                <a:ea typeface="等线"/>
              </a:rPr>
              <a:t>点击后提交更改和新增。</a:t>
            </a:r>
            <a:endParaRPr lang="en-US" altLang="zh-CN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944572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C5EC-CBB7-2B8D-4747-C5A95CFB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33B99E1-248F-E521-A678-9BAB8D7C54BF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13F94D-3F6C-28A3-56EA-9D3BCC67CAC1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E0920A5F-745F-081D-EDEC-6CE92DCA4763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流程图: 延期 4">
              <a:extLst>
                <a:ext uri="{FF2B5EF4-FFF2-40B4-BE49-F238E27FC236}">
                  <a16:creationId xmlns:a16="http://schemas.microsoft.com/office/drawing/2014/main" id="{E45579B1-E24D-7A1F-D448-93A9F20A36D8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9A40944-37FF-37C6-163A-AC9B3F684EE8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BEC94359-ABD9-B2B0-E82D-99BFE7590169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CC698A-F697-65D9-F107-DEF3E8D33CFB}"/>
              </a:ext>
            </a:extLst>
          </p:cNvPr>
          <p:cNvSpPr/>
          <p:nvPr/>
        </p:nvSpPr>
        <p:spPr>
          <a:xfrm>
            <a:off x="10004350" y="271003"/>
            <a:ext cx="115191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9BA50BB-C1B3-8FB9-3538-6B74B22D2E84}"/>
              </a:ext>
            </a:extLst>
          </p:cNvPr>
          <p:cNvSpPr txBox="1"/>
          <p:nvPr/>
        </p:nvSpPr>
        <p:spPr>
          <a:xfrm>
            <a:off x="3402485" y="-1230395"/>
            <a:ext cx="64017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点击账本下拉框右侧的“账本设置”按钮后，跳转账本设置页面  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part2</a:t>
            </a:r>
          </a:p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假设登录用户是这个账本的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owner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的情况：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90AA8BE-5F69-0F4C-0E15-658491DE7745}"/>
              </a:ext>
            </a:extLst>
          </p:cNvPr>
          <p:cNvSpPr txBox="1"/>
          <p:nvPr/>
        </p:nvSpPr>
        <p:spPr>
          <a:xfrm>
            <a:off x="2825577" y="1346186"/>
            <a:ext cx="14993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 dirty="0">
                <a:ea typeface="等线"/>
              </a:rPr>
              <a:t>账本成员</a:t>
            </a:r>
            <a:endParaRPr lang="en-US" altLang="zh-CN" sz="2400" b="1" dirty="0">
              <a:ea typeface="等线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068763C-D684-9102-4938-F9C353F2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136409"/>
              </p:ext>
            </p:extLst>
          </p:nvPr>
        </p:nvGraphicFramePr>
        <p:xfrm>
          <a:off x="3060088" y="2189818"/>
          <a:ext cx="2906372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186">
                  <a:extLst>
                    <a:ext uri="{9D8B030D-6E8A-4147-A177-3AD203B41FA5}">
                      <a16:colId xmlns:a16="http://schemas.microsoft.com/office/drawing/2014/main" val="3097411099"/>
                    </a:ext>
                  </a:extLst>
                </a:gridCol>
                <a:gridCol w="1453186">
                  <a:extLst>
                    <a:ext uri="{9D8B030D-6E8A-4147-A177-3AD203B41FA5}">
                      <a16:colId xmlns:a16="http://schemas.microsoft.com/office/drawing/2014/main" val="3002503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role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90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Jiahua</a:t>
                      </a:r>
                      <a:r>
                        <a:rPr lang="en-US" altLang="zh-CN" dirty="0"/>
                        <a:t> wang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Owner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614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Qinqin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779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Editor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202857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868041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Viewer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293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Viewer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075596"/>
                  </a:ext>
                </a:extLst>
              </a:tr>
            </a:tbl>
          </a:graphicData>
        </a:graphic>
      </p:graphicFrame>
      <p:sp>
        <p:nvSpPr>
          <p:cNvPr id="8" name="等腰三角形 7">
            <a:extLst>
              <a:ext uri="{FF2B5EF4-FFF2-40B4-BE49-F238E27FC236}">
                <a16:creationId xmlns:a16="http://schemas.microsoft.com/office/drawing/2014/main" id="{90D76189-59B5-183A-91FF-9658D2126360}"/>
              </a:ext>
            </a:extLst>
          </p:cNvPr>
          <p:cNvSpPr/>
          <p:nvPr/>
        </p:nvSpPr>
        <p:spPr>
          <a:xfrm rot="10800000">
            <a:off x="5570321" y="3058731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AFE8F2C3-2722-57F9-C1AB-C5B80804AB45}"/>
              </a:ext>
            </a:extLst>
          </p:cNvPr>
          <p:cNvSpPr/>
          <p:nvPr/>
        </p:nvSpPr>
        <p:spPr>
          <a:xfrm rot="10800000">
            <a:off x="5570321" y="3440699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E2D2620C-344A-CA5A-EDAA-8D8D8CEA6655}"/>
              </a:ext>
            </a:extLst>
          </p:cNvPr>
          <p:cNvSpPr/>
          <p:nvPr/>
        </p:nvSpPr>
        <p:spPr>
          <a:xfrm rot="10800000">
            <a:off x="5570321" y="3803649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01B9C5BB-9835-5B63-4493-FCCDFE26B1DB}"/>
              </a:ext>
            </a:extLst>
          </p:cNvPr>
          <p:cNvSpPr/>
          <p:nvPr/>
        </p:nvSpPr>
        <p:spPr>
          <a:xfrm rot="10800000">
            <a:off x="5570320" y="4217154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A27DE753-D0E0-898F-0C0D-044943E4064A}"/>
              </a:ext>
            </a:extLst>
          </p:cNvPr>
          <p:cNvSpPr/>
          <p:nvPr/>
        </p:nvSpPr>
        <p:spPr>
          <a:xfrm rot="10800000">
            <a:off x="5570319" y="4548567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4B5EE15-7458-B056-8D6B-F4A0E5CB4C16}"/>
              </a:ext>
            </a:extLst>
          </p:cNvPr>
          <p:cNvSpPr txBox="1"/>
          <p:nvPr/>
        </p:nvSpPr>
        <p:spPr>
          <a:xfrm>
            <a:off x="6202682" y="1448093"/>
            <a:ext cx="3933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Owner</a:t>
            </a:r>
            <a:r>
              <a:rPr lang="zh-CN" altLang="en-US" dirty="0">
                <a:solidFill>
                  <a:schemeClr val="accent2"/>
                </a:solidFill>
              </a:rPr>
              <a:t>用户</a:t>
            </a:r>
            <a:r>
              <a:rPr lang="zh-CN" altLang="en-US">
                <a:solidFill>
                  <a:schemeClr val="accent2"/>
                </a:solidFill>
              </a:rPr>
              <a:t>可以对自己以外的其它</a:t>
            </a:r>
            <a:r>
              <a:rPr lang="zh-CN" altLang="en-US" dirty="0">
                <a:solidFill>
                  <a:schemeClr val="accent2"/>
                </a:solidFill>
              </a:rPr>
              <a:t>所有用户进行删改。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5CE1C1-A16F-B16F-D842-A86881D8081C}"/>
              </a:ext>
            </a:extLst>
          </p:cNvPr>
          <p:cNvSpPr/>
          <p:nvPr/>
        </p:nvSpPr>
        <p:spPr>
          <a:xfrm>
            <a:off x="3225147" y="5552888"/>
            <a:ext cx="1227514" cy="391174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0000"/>
              </a:gs>
              <a:gs pos="100000">
                <a:srgbClr val="FF0000"/>
              </a:gs>
            </a:gsLst>
          </a:gra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删除账本</a:t>
            </a:r>
            <a:endParaRPr lang="en-US" altLang="zh-CN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985A483-2B9A-12B9-3C97-BABE9B97C3A7}"/>
              </a:ext>
            </a:extLst>
          </p:cNvPr>
          <p:cNvCxnSpPr>
            <a:cxnSpLocks/>
          </p:cNvCxnSpPr>
          <p:nvPr/>
        </p:nvCxnSpPr>
        <p:spPr>
          <a:xfrm flipH="1" flipV="1">
            <a:off x="4528513" y="5737795"/>
            <a:ext cx="946457" cy="239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EEB959A-2384-C028-BC89-D54CDAA16C01}"/>
              </a:ext>
            </a:extLst>
          </p:cNvPr>
          <p:cNvSpPr txBox="1"/>
          <p:nvPr/>
        </p:nvSpPr>
        <p:spPr>
          <a:xfrm>
            <a:off x="5570318" y="5658828"/>
            <a:ext cx="233352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>
                <a:ea typeface="等线"/>
              </a:rPr>
              <a:t>当账本成员表里还有成员时，这个按钮是灰色。点击后弹窗确认</a:t>
            </a:r>
            <a:endParaRPr lang="en-US" altLang="zh-CN" dirty="0">
              <a:ea typeface="等线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47CFE9-C923-6CF6-E8F9-2C2CAB8E3685}"/>
              </a:ext>
            </a:extLst>
          </p:cNvPr>
          <p:cNvSpPr/>
          <p:nvPr/>
        </p:nvSpPr>
        <p:spPr>
          <a:xfrm>
            <a:off x="3060088" y="4889564"/>
            <a:ext cx="1557632" cy="3911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Apply change</a:t>
            </a:r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7D32F52-3B02-7F2E-49EB-2BDBA1528100}"/>
              </a:ext>
            </a:extLst>
          </p:cNvPr>
          <p:cNvCxnSpPr>
            <a:cxnSpLocks/>
          </p:cNvCxnSpPr>
          <p:nvPr/>
        </p:nvCxnSpPr>
        <p:spPr>
          <a:xfrm flipH="1">
            <a:off x="5790624" y="2543814"/>
            <a:ext cx="1161705" cy="582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6B4550D-FEE2-30CF-8CBF-ACFCF7A5B59D}"/>
              </a:ext>
            </a:extLst>
          </p:cNvPr>
          <p:cNvSpPr txBox="1"/>
          <p:nvPr/>
        </p:nvSpPr>
        <p:spPr>
          <a:xfrm>
            <a:off x="6989350" y="2014162"/>
            <a:ext cx="269351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>
                <a:ea typeface="等线"/>
              </a:rPr>
              <a:t>这里可以选</a:t>
            </a:r>
            <a:r>
              <a:rPr lang="en-US" altLang="zh-CN" dirty="0">
                <a:ea typeface="等线"/>
              </a:rPr>
              <a:t>Owner</a:t>
            </a:r>
            <a:r>
              <a:rPr lang="zh-CN" altLang="en-US" dirty="0">
                <a:ea typeface="等线"/>
              </a:rPr>
              <a:t>，一旦选择会弹窗，告诉用户这将移交账本所有权</a:t>
            </a:r>
            <a:endParaRPr lang="en-US" altLang="zh-CN" dirty="0">
              <a:ea typeface="等线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9BB251CD-C24B-121E-ACCD-4060CBCBECD5}"/>
              </a:ext>
            </a:extLst>
          </p:cNvPr>
          <p:cNvSpPr/>
          <p:nvPr/>
        </p:nvSpPr>
        <p:spPr>
          <a:xfrm>
            <a:off x="6046095" y="2915705"/>
            <a:ext cx="359845" cy="3398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28" name="文本框 60">
            <a:extLst>
              <a:ext uri="{FF2B5EF4-FFF2-40B4-BE49-F238E27FC236}">
                <a16:creationId xmlns:a16="http://schemas.microsoft.com/office/drawing/2014/main" id="{5D697833-720E-0332-8BF0-3F97C7FE02C2}"/>
              </a:ext>
            </a:extLst>
          </p:cNvPr>
          <p:cNvSpPr txBox="1"/>
          <p:nvPr/>
        </p:nvSpPr>
        <p:spPr>
          <a:xfrm>
            <a:off x="6029353" y="2663975"/>
            <a:ext cx="3351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4FB1D177-506A-1DAD-8750-84264DFE284A}"/>
              </a:ext>
            </a:extLst>
          </p:cNvPr>
          <p:cNvSpPr/>
          <p:nvPr/>
        </p:nvSpPr>
        <p:spPr>
          <a:xfrm>
            <a:off x="6056254" y="3311945"/>
            <a:ext cx="359845" cy="3398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35" name="文本框 60">
            <a:extLst>
              <a:ext uri="{FF2B5EF4-FFF2-40B4-BE49-F238E27FC236}">
                <a16:creationId xmlns:a16="http://schemas.microsoft.com/office/drawing/2014/main" id="{F98D1807-D483-357F-1FB9-F6BDF7D8023A}"/>
              </a:ext>
            </a:extLst>
          </p:cNvPr>
          <p:cNvSpPr txBox="1"/>
          <p:nvPr/>
        </p:nvSpPr>
        <p:spPr>
          <a:xfrm>
            <a:off x="6039513" y="3060214"/>
            <a:ext cx="3351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582C0FD5-A61A-AAED-481F-FBD7B7939951}"/>
              </a:ext>
            </a:extLst>
          </p:cNvPr>
          <p:cNvSpPr/>
          <p:nvPr/>
        </p:nvSpPr>
        <p:spPr>
          <a:xfrm>
            <a:off x="6076573" y="3698025"/>
            <a:ext cx="359845" cy="3398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37" name="文本框 60">
            <a:extLst>
              <a:ext uri="{FF2B5EF4-FFF2-40B4-BE49-F238E27FC236}">
                <a16:creationId xmlns:a16="http://schemas.microsoft.com/office/drawing/2014/main" id="{E98CBDEA-A46E-16D1-4C6F-A219385AD5F0}"/>
              </a:ext>
            </a:extLst>
          </p:cNvPr>
          <p:cNvSpPr txBox="1"/>
          <p:nvPr/>
        </p:nvSpPr>
        <p:spPr>
          <a:xfrm>
            <a:off x="6059833" y="3446294"/>
            <a:ext cx="3351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2AD3652B-4D2F-1122-0544-86CC1CF35D85}"/>
              </a:ext>
            </a:extLst>
          </p:cNvPr>
          <p:cNvSpPr/>
          <p:nvPr/>
        </p:nvSpPr>
        <p:spPr>
          <a:xfrm>
            <a:off x="6086732" y="4114585"/>
            <a:ext cx="359845" cy="3398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40" name="文本框 60">
            <a:extLst>
              <a:ext uri="{FF2B5EF4-FFF2-40B4-BE49-F238E27FC236}">
                <a16:creationId xmlns:a16="http://schemas.microsoft.com/office/drawing/2014/main" id="{F4E3D2AE-6F75-5A11-4640-B30A09B2AA19}"/>
              </a:ext>
            </a:extLst>
          </p:cNvPr>
          <p:cNvSpPr txBox="1"/>
          <p:nvPr/>
        </p:nvSpPr>
        <p:spPr>
          <a:xfrm>
            <a:off x="6069993" y="3862854"/>
            <a:ext cx="3351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E004EE09-F0A8-354D-A7E6-B99553084027}"/>
              </a:ext>
            </a:extLst>
          </p:cNvPr>
          <p:cNvSpPr/>
          <p:nvPr/>
        </p:nvSpPr>
        <p:spPr>
          <a:xfrm>
            <a:off x="6076572" y="4490505"/>
            <a:ext cx="359845" cy="3398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42" name="文本框 60">
            <a:extLst>
              <a:ext uri="{FF2B5EF4-FFF2-40B4-BE49-F238E27FC236}">
                <a16:creationId xmlns:a16="http://schemas.microsoft.com/office/drawing/2014/main" id="{FF8E699B-521A-E7E0-C4F2-2AA3123AE0BC}"/>
              </a:ext>
            </a:extLst>
          </p:cNvPr>
          <p:cNvSpPr txBox="1"/>
          <p:nvPr/>
        </p:nvSpPr>
        <p:spPr>
          <a:xfrm>
            <a:off x="6059833" y="4238774"/>
            <a:ext cx="3351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035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75505-D76F-28EA-749A-B9333D87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BD625AE-A888-3992-C9B4-903009A7554E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56C1486-D667-B727-4950-9E1009C3CEAB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431DF10-A4E5-E810-779A-87F86FA83EE5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流程图: 延期 4">
              <a:extLst>
                <a:ext uri="{FF2B5EF4-FFF2-40B4-BE49-F238E27FC236}">
                  <a16:creationId xmlns:a16="http://schemas.microsoft.com/office/drawing/2014/main" id="{B650DA1A-DE16-5B02-3E7C-4FEE3357DBD2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ED18C5E-85CA-FC1B-DE9A-ABFF56C76EFC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EDE125A-E024-07C2-B0D0-7F5D668B8E30}"/>
              </a:ext>
            </a:extLst>
          </p:cNvPr>
          <p:cNvGraphicFramePr>
            <a:graphicFrameLocks noGrp="1"/>
          </p:cNvGraphicFramePr>
          <p:nvPr/>
        </p:nvGraphicFramePr>
        <p:xfrm>
          <a:off x="-1" y="1011134"/>
          <a:ext cx="2659117" cy="5817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117">
                  <a:extLst>
                    <a:ext uri="{9D8B030D-6E8A-4147-A177-3AD203B41FA5}">
                      <a16:colId xmlns:a16="http://schemas.microsoft.com/office/drawing/2014/main" val="3260511678"/>
                    </a:ext>
                  </a:extLst>
                </a:gridCol>
              </a:tblGrid>
              <a:tr h="831110">
                <a:tc>
                  <a:txBody>
                    <a:bodyPr/>
                    <a:lstStyle/>
                    <a:p>
                      <a:r>
                        <a:rPr lang="en-US" altLang="zh-CN" dirty="0"/>
                        <a:t>Home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50247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dirty="0"/>
                        <a:t>Chart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388693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  <a:p>
                      <a:pPr lvl="0">
                        <a:buNone/>
                      </a:pPr>
                      <a:endParaRPr 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401917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780905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72873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1120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213803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8F75ECED-6C9A-62D5-1CF1-4FDBE9846514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3FE50E-67FD-0A70-5D24-FE4F9A3D3A6E}"/>
              </a:ext>
            </a:extLst>
          </p:cNvPr>
          <p:cNvSpPr/>
          <p:nvPr/>
        </p:nvSpPr>
        <p:spPr>
          <a:xfrm>
            <a:off x="10004350" y="271003"/>
            <a:ext cx="115191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C3155EE-89F5-4E38-96F5-E56246116FB9}"/>
              </a:ext>
            </a:extLst>
          </p:cNvPr>
          <p:cNvSpPr txBox="1"/>
          <p:nvPr/>
        </p:nvSpPr>
        <p:spPr>
          <a:xfrm>
            <a:off x="3402485" y="-1230395"/>
            <a:ext cx="64017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点击账本下拉框右侧的“账本设置”按钮后，跳转账本设置页面  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part2</a:t>
            </a:r>
          </a:p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假设登录用户是这个账本的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Admin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的情况：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39DD059-D8F9-CF14-E411-27A53D0BFC1D}"/>
              </a:ext>
            </a:extLst>
          </p:cNvPr>
          <p:cNvSpPr txBox="1"/>
          <p:nvPr/>
        </p:nvSpPr>
        <p:spPr>
          <a:xfrm>
            <a:off x="2825577" y="1346186"/>
            <a:ext cx="14993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 dirty="0">
                <a:ea typeface="等线"/>
              </a:rPr>
              <a:t>账本成员</a:t>
            </a:r>
            <a:endParaRPr lang="en-US" altLang="zh-CN" sz="2400" b="1" dirty="0">
              <a:ea typeface="等线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E9F560-0A73-DCCB-0A5E-CAD2347E08C8}"/>
              </a:ext>
            </a:extLst>
          </p:cNvPr>
          <p:cNvGraphicFramePr>
            <a:graphicFrameLocks noGrp="1"/>
          </p:cNvGraphicFramePr>
          <p:nvPr/>
        </p:nvGraphicFramePr>
        <p:xfrm>
          <a:off x="3060088" y="2189818"/>
          <a:ext cx="2906372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186">
                  <a:extLst>
                    <a:ext uri="{9D8B030D-6E8A-4147-A177-3AD203B41FA5}">
                      <a16:colId xmlns:a16="http://schemas.microsoft.com/office/drawing/2014/main" val="3097411099"/>
                    </a:ext>
                  </a:extLst>
                </a:gridCol>
                <a:gridCol w="1453186">
                  <a:extLst>
                    <a:ext uri="{9D8B030D-6E8A-4147-A177-3AD203B41FA5}">
                      <a16:colId xmlns:a16="http://schemas.microsoft.com/office/drawing/2014/main" val="3002503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role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90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Jiahua</a:t>
                      </a:r>
                      <a:r>
                        <a:rPr lang="en-US" altLang="zh-CN" dirty="0"/>
                        <a:t> wang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Owner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614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Qinqin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779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Editor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202857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868041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Viewer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293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Viewer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075596"/>
                  </a:ext>
                </a:extLst>
              </a:tr>
            </a:tbl>
          </a:graphicData>
        </a:graphic>
      </p:graphicFrame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FA8A943A-236C-85D5-597C-8D93F3C31CA9}"/>
              </a:ext>
            </a:extLst>
          </p:cNvPr>
          <p:cNvSpPr/>
          <p:nvPr/>
        </p:nvSpPr>
        <p:spPr>
          <a:xfrm rot="10800000">
            <a:off x="5570321" y="3440699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B6F2BC22-A430-BB02-36B0-F882403C8E0A}"/>
              </a:ext>
            </a:extLst>
          </p:cNvPr>
          <p:cNvSpPr/>
          <p:nvPr/>
        </p:nvSpPr>
        <p:spPr>
          <a:xfrm rot="10800000">
            <a:off x="5570320" y="4217154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7F1A4473-65AB-6BD5-5C26-39CB1162995E}"/>
              </a:ext>
            </a:extLst>
          </p:cNvPr>
          <p:cNvSpPr/>
          <p:nvPr/>
        </p:nvSpPr>
        <p:spPr>
          <a:xfrm rot="10800000">
            <a:off x="5570319" y="4548567"/>
            <a:ext cx="171450" cy="13472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A20FF3A-B2C6-9BB8-2474-CBA86C39E868}"/>
              </a:ext>
            </a:extLst>
          </p:cNvPr>
          <p:cNvSpPr txBox="1"/>
          <p:nvPr/>
        </p:nvSpPr>
        <p:spPr>
          <a:xfrm>
            <a:off x="6202682" y="1448093"/>
            <a:ext cx="39334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Admin</a:t>
            </a:r>
            <a:r>
              <a:rPr lang="zh-CN" altLang="en-US" dirty="0">
                <a:solidFill>
                  <a:schemeClr val="accent2"/>
                </a:solidFill>
              </a:rPr>
              <a:t>用户可以对</a:t>
            </a:r>
            <a:r>
              <a:rPr lang="en-US" altLang="zh-CN" dirty="0">
                <a:solidFill>
                  <a:schemeClr val="accent2"/>
                </a:solidFill>
              </a:rPr>
              <a:t>Admin</a:t>
            </a:r>
            <a:r>
              <a:rPr lang="zh-CN" altLang="en-US" dirty="0">
                <a:solidFill>
                  <a:schemeClr val="accent2"/>
                </a:solidFill>
              </a:rPr>
              <a:t>级别以下的用户进行删改，无法删改</a:t>
            </a:r>
            <a:r>
              <a:rPr lang="en-US" altLang="zh-CN" dirty="0">
                <a:solidFill>
                  <a:schemeClr val="accent2"/>
                </a:solidFill>
              </a:rPr>
              <a:t>Owner</a:t>
            </a:r>
            <a:r>
              <a:rPr lang="zh-CN" altLang="en-US" dirty="0">
                <a:solidFill>
                  <a:schemeClr val="accent2"/>
                </a:solidFill>
              </a:rPr>
              <a:t>和其它</a:t>
            </a:r>
            <a:r>
              <a:rPr lang="en-US" altLang="zh-CN" dirty="0">
                <a:solidFill>
                  <a:schemeClr val="accent2"/>
                </a:solidFill>
              </a:rPr>
              <a:t>Admin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DCD513-EE3A-8741-A459-BB4830101E88}"/>
              </a:ext>
            </a:extLst>
          </p:cNvPr>
          <p:cNvSpPr/>
          <p:nvPr/>
        </p:nvSpPr>
        <p:spPr>
          <a:xfrm>
            <a:off x="3203385" y="5542208"/>
            <a:ext cx="1227514" cy="391174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0000"/>
              </a:gs>
              <a:gs pos="100000">
                <a:srgbClr val="FF0000"/>
              </a:gs>
            </a:gsLst>
          </a:gra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退出账本</a:t>
            </a:r>
            <a:endParaRPr lang="en-US" altLang="zh-CN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C64B13C-60AA-7E42-363F-9D7A2A32DB90}"/>
              </a:ext>
            </a:extLst>
          </p:cNvPr>
          <p:cNvCxnSpPr>
            <a:cxnSpLocks/>
          </p:cNvCxnSpPr>
          <p:nvPr/>
        </p:nvCxnSpPr>
        <p:spPr>
          <a:xfrm flipH="1" flipV="1">
            <a:off x="4528513" y="5737795"/>
            <a:ext cx="946457" cy="239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863092A-D755-75EE-2B82-01FDC97A8B2A}"/>
              </a:ext>
            </a:extLst>
          </p:cNvPr>
          <p:cNvSpPr txBox="1"/>
          <p:nvPr/>
        </p:nvSpPr>
        <p:spPr>
          <a:xfrm>
            <a:off x="5474970" y="5749503"/>
            <a:ext cx="23335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>
                <a:ea typeface="等线"/>
              </a:rPr>
              <a:t>点击后弹窗确认</a:t>
            </a:r>
            <a:endParaRPr lang="en-US" altLang="zh-CN" dirty="0">
              <a:ea typeface="等线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A594AB-EDFF-9B94-0D97-D54EA1345C05}"/>
              </a:ext>
            </a:extLst>
          </p:cNvPr>
          <p:cNvSpPr/>
          <p:nvPr/>
        </p:nvSpPr>
        <p:spPr>
          <a:xfrm>
            <a:off x="3060088" y="4889564"/>
            <a:ext cx="1557632" cy="3911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Apply change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FB51B53-5502-770F-91EC-81E69C61D17B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5871310" y="2670625"/>
            <a:ext cx="927508" cy="758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D14F167-B133-CE84-7386-C318EE4F43C2}"/>
              </a:ext>
            </a:extLst>
          </p:cNvPr>
          <p:cNvSpPr txBox="1"/>
          <p:nvPr/>
        </p:nvSpPr>
        <p:spPr>
          <a:xfrm>
            <a:off x="6798818" y="2485959"/>
            <a:ext cx="290637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>
                <a:ea typeface="等线"/>
              </a:rPr>
              <a:t>这里可以选</a:t>
            </a:r>
            <a:r>
              <a:rPr lang="en-US" altLang="zh-CN" dirty="0">
                <a:ea typeface="等线"/>
              </a:rPr>
              <a:t>Editor</a:t>
            </a:r>
            <a:r>
              <a:rPr lang="zh-CN" altLang="en-US" dirty="0">
                <a:ea typeface="等线"/>
              </a:rPr>
              <a:t>或</a:t>
            </a:r>
            <a:r>
              <a:rPr lang="en-US" altLang="zh-CN" dirty="0">
                <a:ea typeface="等线"/>
              </a:rPr>
              <a:t>Viewer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9210BA27-BA90-55C4-059C-B34992EE81EC}"/>
              </a:ext>
            </a:extLst>
          </p:cNvPr>
          <p:cNvSpPr/>
          <p:nvPr/>
        </p:nvSpPr>
        <p:spPr>
          <a:xfrm>
            <a:off x="6046092" y="3322105"/>
            <a:ext cx="359845" cy="3398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16" name="文本框 60">
            <a:extLst>
              <a:ext uri="{FF2B5EF4-FFF2-40B4-BE49-F238E27FC236}">
                <a16:creationId xmlns:a16="http://schemas.microsoft.com/office/drawing/2014/main" id="{4B81D957-7575-3A15-AE60-92FBD2E94236}"/>
              </a:ext>
            </a:extLst>
          </p:cNvPr>
          <p:cNvSpPr txBox="1"/>
          <p:nvPr/>
        </p:nvSpPr>
        <p:spPr>
          <a:xfrm>
            <a:off x="6029353" y="3070374"/>
            <a:ext cx="3351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124861F8-A4A3-3B2D-5F58-F129F6A23C96}"/>
              </a:ext>
            </a:extLst>
          </p:cNvPr>
          <p:cNvSpPr/>
          <p:nvPr/>
        </p:nvSpPr>
        <p:spPr>
          <a:xfrm>
            <a:off x="6056252" y="4043465"/>
            <a:ext cx="359845" cy="3398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22" name="文本框 60">
            <a:extLst>
              <a:ext uri="{FF2B5EF4-FFF2-40B4-BE49-F238E27FC236}">
                <a16:creationId xmlns:a16="http://schemas.microsoft.com/office/drawing/2014/main" id="{5D8A0A90-CA66-C291-C567-3C6114648092}"/>
              </a:ext>
            </a:extLst>
          </p:cNvPr>
          <p:cNvSpPr txBox="1"/>
          <p:nvPr/>
        </p:nvSpPr>
        <p:spPr>
          <a:xfrm>
            <a:off x="6019193" y="3791734"/>
            <a:ext cx="3351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01F9607E-EB44-91F7-D4D6-26AE10A5152D}"/>
              </a:ext>
            </a:extLst>
          </p:cNvPr>
          <p:cNvSpPr/>
          <p:nvPr/>
        </p:nvSpPr>
        <p:spPr>
          <a:xfrm>
            <a:off x="6046092" y="4429545"/>
            <a:ext cx="359845" cy="339804"/>
          </a:xfrm>
          <a:prstGeom prst="ellipse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2400" dirty="0">
              <a:ea typeface="游ゴシック"/>
            </a:endParaRPr>
          </a:p>
        </p:txBody>
      </p:sp>
      <p:sp>
        <p:nvSpPr>
          <p:cNvPr id="32" name="文本框 60">
            <a:extLst>
              <a:ext uri="{FF2B5EF4-FFF2-40B4-BE49-F238E27FC236}">
                <a16:creationId xmlns:a16="http://schemas.microsoft.com/office/drawing/2014/main" id="{251F2EF5-2845-753F-704F-9E9B8D275D15}"/>
              </a:ext>
            </a:extLst>
          </p:cNvPr>
          <p:cNvSpPr txBox="1"/>
          <p:nvPr/>
        </p:nvSpPr>
        <p:spPr>
          <a:xfrm>
            <a:off x="6029353" y="4177814"/>
            <a:ext cx="335119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zh-CN" altLang="en-US" sz="4000" dirty="0">
                <a:solidFill>
                  <a:srgbClr val="FFFFFF"/>
                </a:solidFill>
                <a:ea typeface="等线"/>
              </a:rPr>
              <a:t>-</a:t>
            </a:r>
            <a:endParaRPr lang="ja-JP" alt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985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74AE-CCDC-A454-3A11-A502512A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CCAD6BC-924F-8346-73F9-15DB9622F449}"/>
              </a:ext>
            </a:extLst>
          </p:cNvPr>
          <p:cNvSpPr/>
          <p:nvPr/>
        </p:nvSpPr>
        <p:spPr>
          <a:xfrm>
            <a:off x="0" y="0"/>
            <a:ext cx="12192000" cy="101113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E087D2F-0E27-3570-911B-80F00DF1F790}"/>
              </a:ext>
            </a:extLst>
          </p:cNvPr>
          <p:cNvGrpSpPr/>
          <p:nvPr/>
        </p:nvGrpSpPr>
        <p:grpSpPr>
          <a:xfrm>
            <a:off x="11314385" y="187629"/>
            <a:ext cx="635876" cy="635876"/>
            <a:chOff x="10930759" y="183931"/>
            <a:chExt cx="725214" cy="72521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82E367CB-8CC3-3B85-D8CE-D88A11294FC3}"/>
                </a:ext>
              </a:extLst>
            </p:cNvPr>
            <p:cNvSpPr/>
            <p:nvPr/>
          </p:nvSpPr>
          <p:spPr>
            <a:xfrm>
              <a:off x="10930759" y="183931"/>
              <a:ext cx="725214" cy="725214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流程图: 延期 4">
              <a:extLst>
                <a:ext uri="{FF2B5EF4-FFF2-40B4-BE49-F238E27FC236}">
                  <a16:creationId xmlns:a16="http://schemas.microsoft.com/office/drawing/2014/main" id="{AFCF3663-EFC3-EF1A-65D5-C53D11DC0887}"/>
                </a:ext>
              </a:extLst>
            </p:cNvPr>
            <p:cNvSpPr/>
            <p:nvPr/>
          </p:nvSpPr>
          <p:spPr>
            <a:xfrm rot="16200000">
              <a:off x="11148849" y="472042"/>
              <a:ext cx="289034" cy="374963"/>
            </a:xfrm>
            <a:prstGeom prst="flowChartDelay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AFB7655-796A-6AEE-A4CE-76277D1EB1CC}"/>
                </a:ext>
              </a:extLst>
            </p:cNvPr>
            <p:cNvSpPr/>
            <p:nvPr/>
          </p:nvSpPr>
          <p:spPr>
            <a:xfrm>
              <a:off x="11183008" y="294291"/>
              <a:ext cx="220715" cy="220715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B0DD02A-28DC-2388-31E3-9B448234D66A}"/>
              </a:ext>
            </a:extLst>
          </p:cNvPr>
          <p:cNvGraphicFramePr>
            <a:graphicFrameLocks noGrp="1"/>
          </p:cNvGraphicFramePr>
          <p:nvPr/>
        </p:nvGraphicFramePr>
        <p:xfrm>
          <a:off x="-1" y="1011134"/>
          <a:ext cx="2659117" cy="5817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117">
                  <a:extLst>
                    <a:ext uri="{9D8B030D-6E8A-4147-A177-3AD203B41FA5}">
                      <a16:colId xmlns:a16="http://schemas.microsoft.com/office/drawing/2014/main" val="3260511678"/>
                    </a:ext>
                  </a:extLst>
                </a:gridCol>
              </a:tblGrid>
              <a:tr h="831110">
                <a:tc>
                  <a:txBody>
                    <a:bodyPr/>
                    <a:lstStyle/>
                    <a:p>
                      <a:r>
                        <a:rPr lang="en-US" altLang="zh-CN" dirty="0"/>
                        <a:t>Home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50247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dirty="0"/>
                        <a:t>Chart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388693"/>
                  </a:ext>
                </a:extLst>
              </a:tr>
              <a:tr h="831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  <a:p>
                      <a:pPr lvl="0">
                        <a:buNone/>
                      </a:pPr>
                      <a:endParaRPr 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401917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780905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72873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911200"/>
                  </a:ext>
                </a:extLst>
              </a:tr>
              <a:tr h="83111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213803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71A3D7DC-BC84-026D-8141-24CB772ED684}"/>
              </a:ext>
            </a:extLst>
          </p:cNvPr>
          <p:cNvSpPr txBox="1"/>
          <p:nvPr/>
        </p:nvSpPr>
        <p:spPr>
          <a:xfrm>
            <a:off x="299275" y="284394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Website Title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A61D93-00C1-D2C6-1C7C-64358CD417FB}"/>
              </a:ext>
            </a:extLst>
          </p:cNvPr>
          <p:cNvSpPr/>
          <p:nvPr/>
        </p:nvSpPr>
        <p:spPr>
          <a:xfrm>
            <a:off x="10004350" y="271003"/>
            <a:ext cx="1151919" cy="37837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Language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710FC04-2B2B-C7D3-74D7-1F72F4D1A9C6}"/>
              </a:ext>
            </a:extLst>
          </p:cNvPr>
          <p:cNvSpPr txBox="1"/>
          <p:nvPr/>
        </p:nvSpPr>
        <p:spPr>
          <a:xfrm>
            <a:off x="3402485" y="-1230395"/>
            <a:ext cx="67336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点击账本下拉框右侧的“账本设置”按钮后，跳转账本设置页面  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part2</a:t>
            </a:r>
          </a:p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假设登录用户是这个账本的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Editor/Viewer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的情况：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57DE1E3-204E-7CBB-B16C-EF1307692BF9}"/>
              </a:ext>
            </a:extLst>
          </p:cNvPr>
          <p:cNvSpPr txBox="1"/>
          <p:nvPr/>
        </p:nvSpPr>
        <p:spPr>
          <a:xfrm>
            <a:off x="2825577" y="1346186"/>
            <a:ext cx="14993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sz="2400" b="1" dirty="0">
                <a:ea typeface="等线"/>
              </a:rPr>
              <a:t>账本成员</a:t>
            </a:r>
            <a:endParaRPr lang="en-US" altLang="zh-CN" sz="2400" b="1" dirty="0">
              <a:ea typeface="等线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2B8F004-B350-E4C9-B85D-C53E1B555F27}"/>
              </a:ext>
            </a:extLst>
          </p:cNvPr>
          <p:cNvGraphicFramePr>
            <a:graphicFrameLocks noGrp="1"/>
          </p:cNvGraphicFramePr>
          <p:nvPr/>
        </p:nvGraphicFramePr>
        <p:xfrm>
          <a:off x="3060088" y="2189818"/>
          <a:ext cx="2906372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186">
                  <a:extLst>
                    <a:ext uri="{9D8B030D-6E8A-4147-A177-3AD203B41FA5}">
                      <a16:colId xmlns:a16="http://schemas.microsoft.com/office/drawing/2014/main" val="3097411099"/>
                    </a:ext>
                  </a:extLst>
                </a:gridCol>
                <a:gridCol w="1453186">
                  <a:extLst>
                    <a:ext uri="{9D8B030D-6E8A-4147-A177-3AD203B41FA5}">
                      <a16:colId xmlns:a16="http://schemas.microsoft.com/office/drawing/2014/main" val="3002503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role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90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Jiahua</a:t>
                      </a:r>
                      <a:r>
                        <a:rPr lang="en-US" altLang="zh-CN" dirty="0"/>
                        <a:t> wang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Owner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614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Qinqin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779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Editor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202857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868041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Viewer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293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dirty="0"/>
                        <a:t>User 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Viewer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075596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EE31553F-6CC9-FAF7-8A91-D7A4F742D3A7}"/>
              </a:ext>
            </a:extLst>
          </p:cNvPr>
          <p:cNvSpPr txBox="1"/>
          <p:nvPr/>
        </p:nvSpPr>
        <p:spPr>
          <a:xfrm>
            <a:off x="6202682" y="1448093"/>
            <a:ext cx="3933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Editor</a:t>
            </a:r>
            <a:r>
              <a:rPr lang="zh-CN" altLang="en-US" dirty="0">
                <a:solidFill>
                  <a:schemeClr val="accent2"/>
                </a:solidFill>
              </a:rPr>
              <a:t>和</a:t>
            </a:r>
            <a:r>
              <a:rPr lang="en-US" altLang="zh-CN" dirty="0">
                <a:solidFill>
                  <a:schemeClr val="accent2"/>
                </a:solidFill>
              </a:rPr>
              <a:t>Viewer</a:t>
            </a:r>
            <a:r>
              <a:rPr lang="zh-CN" altLang="en-US" dirty="0">
                <a:solidFill>
                  <a:schemeClr val="accent2"/>
                </a:solidFill>
              </a:rPr>
              <a:t>用户只能查看成员列表，不能删改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90D030-B141-683D-52BF-2927DF579172}"/>
              </a:ext>
            </a:extLst>
          </p:cNvPr>
          <p:cNvSpPr/>
          <p:nvPr/>
        </p:nvSpPr>
        <p:spPr>
          <a:xfrm>
            <a:off x="3203385" y="5417820"/>
            <a:ext cx="1227514" cy="391174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0000"/>
              </a:gs>
              <a:gs pos="100000">
                <a:srgbClr val="FF0000"/>
              </a:gs>
            </a:gsLst>
          </a:gra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退出账本</a:t>
            </a:r>
            <a:endParaRPr lang="en-US" altLang="zh-CN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FB6C5E1-8A0F-3B38-BBCD-41C772AD7ABB}"/>
              </a:ext>
            </a:extLst>
          </p:cNvPr>
          <p:cNvCxnSpPr>
            <a:cxnSpLocks/>
          </p:cNvCxnSpPr>
          <p:nvPr/>
        </p:nvCxnSpPr>
        <p:spPr>
          <a:xfrm flipH="1" flipV="1">
            <a:off x="4528513" y="5737795"/>
            <a:ext cx="946457" cy="239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FD5F103-6E45-2E1E-161F-40209836076A}"/>
              </a:ext>
            </a:extLst>
          </p:cNvPr>
          <p:cNvSpPr txBox="1"/>
          <p:nvPr/>
        </p:nvSpPr>
        <p:spPr>
          <a:xfrm>
            <a:off x="5474970" y="5737795"/>
            <a:ext cx="23335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zh-CN" altLang="en-US" dirty="0">
                <a:ea typeface="等线"/>
              </a:rPr>
              <a:t>点击后弹窗确认</a:t>
            </a:r>
            <a:endParaRPr lang="en-US" altLang="zh-CN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032075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5F81A-2E3B-40E3-3CC2-58E8954D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系统架构图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6AA691-1299-7EA9-1892-6F47C2C638B0}"/>
              </a:ext>
            </a:extLst>
          </p:cNvPr>
          <p:cNvSpPr/>
          <p:nvPr/>
        </p:nvSpPr>
        <p:spPr>
          <a:xfrm>
            <a:off x="3451114" y="3719616"/>
            <a:ext cx="1744579" cy="9264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Web</a:t>
            </a:r>
          </a:p>
          <a:p>
            <a:pPr algn="ctr"/>
            <a:r>
              <a:rPr lang="en-US" altLang="zh-CN" dirty="0"/>
              <a:t> (React)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173025-F7AA-CF86-CAD7-9764FBB66447}"/>
              </a:ext>
            </a:extLst>
          </p:cNvPr>
          <p:cNvSpPr/>
          <p:nvPr/>
        </p:nvSpPr>
        <p:spPr>
          <a:xfrm>
            <a:off x="3918617" y="1652847"/>
            <a:ext cx="1744579" cy="9264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Backend server</a:t>
            </a:r>
          </a:p>
          <a:p>
            <a:pPr algn="ctr"/>
            <a:r>
              <a:rPr lang="en-US" altLang="zh-CN" dirty="0"/>
              <a:t>(Go, Gin)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159C70-1CBD-2B96-CA93-7A2F3380E160}"/>
              </a:ext>
            </a:extLst>
          </p:cNvPr>
          <p:cNvSpPr/>
          <p:nvPr/>
        </p:nvSpPr>
        <p:spPr>
          <a:xfrm>
            <a:off x="6957817" y="1652847"/>
            <a:ext cx="1744579" cy="9264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Database</a:t>
            </a:r>
          </a:p>
          <a:p>
            <a:pPr algn="ctr"/>
            <a:r>
              <a:rPr lang="en-US" altLang="zh-CN" dirty="0"/>
              <a:t>(PostgreSQL)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B16B7-EA7C-4DEE-9412-CC866F0E4449}"/>
              </a:ext>
            </a:extLst>
          </p:cNvPr>
          <p:cNvSpPr/>
          <p:nvPr/>
        </p:nvSpPr>
        <p:spPr>
          <a:xfrm>
            <a:off x="6213361" y="3719616"/>
            <a:ext cx="2155660" cy="9264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Mobile phone App</a:t>
            </a:r>
          </a:p>
          <a:p>
            <a:pPr algn="ctr"/>
            <a:r>
              <a:rPr lang="en-US" altLang="zh-CN" dirty="0"/>
              <a:t> (React Native)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C5DB8B1-7817-866D-5AC9-4B299DC0F0EC}"/>
              </a:ext>
            </a:extLst>
          </p:cNvPr>
          <p:cNvGrpSpPr/>
          <p:nvPr/>
        </p:nvGrpSpPr>
        <p:grpSpPr>
          <a:xfrm>
            <a:off x="3400225" y="5189572"/>
            <a:ext cx="914400" cy="1159143"/>
            <a:chOff x="5492417" y="831871"/>
            <a:chExt cx="914400" cy="1159143"/>
          </a:xfrm>
        </p:grpSpPr>
        <p:pic>
          <p:nvPicPr>
            <p:cNvPr id="10" name="图形 9" descr="用户 纯色填充">
              <a:extLst>
                <a:ext uri="{FF2B5EF4-FFF2-40B4-BE49-F238E27FC236}">
                  <a16:creationId xmlns:a16="http://schemas.microsoft.com/office/drawing/2014/main" id="{95CDAB08-ECDC-6FE2-ADCB-1A04DC3D0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417" y="831871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AEDDAD0-3BAD-8D65-8FEB-8392BBB4C8A8}"/>
                </a:ext>
              </a:extLst>
            </p:cNvPr>
            <p:cNvSpPr txBox="1"/>
            <p:nvPr/>
          </p:nvSpPr>
          <p:spPr>
            <a:xfrm>
              <a:off x="5646498" y="1621682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User</a:t>
              </a:r>
              <a:endParaRPr lang="zh-CN" altLang="en-US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DCB10ED-DAD5-FDC3-A7E8-33FF28D33DAB}"/>
              </a:ext>
            </a:extLst>
          </p:cNvPr>
          <p:cNvGrpSpPr/>
          <p:nvPr/>
        </p:nvGrpSpPr>
        <p:grpSpPr>
          <a:xfrm>
            <a:off x="7619864" y="5105200"/>
            <a:ext cx="914400" cy="1159143"/>
            <a:chOff x="5492417" y="831871"/>
            <a:chExt cx="914400" cy="1159143"/>
          </a:xfrm>
        </p:grpSpPr>
        <p:pic>
          <p:nvPicPr>
            <p:cNvPr id="17" name="图形 16" descr="用户 纯色填充">
              <a:extLst>
                <a:ext uri="{FF2B5EF4-FFF2-40B4-BE49-F238E27FC236}">
                  <a16:creationId xmlns:a16="http://schemas.microsoft.com/office/drawing/2014/main" id="{033D4526-8E22-D4C6-7B7D-DBE1F5E81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2417" y="831871"/>
              <a:ext cx="914400" cy="9144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8A9815A-BB1A-0B3D-FE19-9CCF4926E6BF}"/>
                </a:ext>
              </a:extLst>
            </p:cNvPr>
            <p:cNvSpPr txBox="1"/>
            <p:nvPr/>
          </p:nvSpPr>
          <p:spPr>
            <a:xfrm>
              <a:off x="5646498" y="1621682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User</a:t>
              </a:r>
              <a:endParaRPr lang="zh-CN" altLang="en-US" dirty="0"/>
            </a:p>
          </p:txBody>
        </p:sp>
      </p:grp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A10E2B2-0A79-1E87-769F-F36F73238BE5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4077730" y="4646048"/>
            <a:ext cx="245674" cy="667357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8C55034-A639-2A2E-F485-39A3D67E3BB1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7291191" y="4646048"/>
            <a:ext cx="482754" cy="916352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6404459-BC3E-83BB-AAA0-7D5D0C240742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4323404" y="2579279"/>
            <a:ext cx="467503" cy="1140337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CDE2A77-980D-D8FE-4D79-8C702CAD268E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4790907" y="2579279"/>
            <a:ext cx="2500284" cy="1140337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3B28144-D7E6-045F-A2B9-96C3815612E0}"/>
              </a:ext>
            </a:extLst>
          </p:cNvPr>
          <p:cNvSpPr txBox="1"/>
          <p:nvPr/>
        </p:nvSpPr>
        <p:spPr>
          <a:xfrm>
            <a:off x="5998249" y="2780115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RESTful API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B12DB5F-8895-3397-D144-D9A1CD624F69}"/>
              </a:ext>
            </a:extLst>
          </p:cNvPr>
          <p:cNvSpPr txBox="1"/>
          <p:nvPr/>
        </p:nvSpPr>
        <p:spPr>
          <a:xfrm>
            <a:off x="3262828" y="299975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RESTful API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52D413F-38D2-BD77-770E-535D7F17592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663196" y="2116063"/>
            <a:ext cx="1294621" cy="0"/>
          </a:xfrm>
          <a:prstGeom prst="straightConnector1">
            <a:avLst/>
          </a:prstGeom>
          <a:ln w="381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3FCB72BE-2FB4-E76D-1128-54C245C43DED}"/>
              </a:ext>
            </a:extLst>
          </p:cNvPr>
          <p:cNvSpPr txBox="1"/>
          <p:nvPr/>
        </p:nvSpPr>
        <p:spPr>
          <a:xfrm>
            <a:off x="5924021" y="173559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CRUD</a:t>
            </a:r>
          </a:p>
        </p:txBody>
      </p:sp>
    </p:spTree>
    <p:extLst>
      <p:ext uri="{BB962C8B-B14F-4D97-AF65-F5344CB8AC3E}">
        <p14:creationId xmlns:p14="http://schemas.microsoft.com/office/powerpoint/2010/main" val="2259178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B4EBA-B6D9-97BE-E576-74C8E8BD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</a:t>
            </a:r>
            <a:r>
              <a:rPr lang="en-US" altLang="zh-CN" dirty="0"/>
              <a:t>ER</a:t>
            </a:r>
            <a:r>
              <a:rPr lang="zh-CN" altLang="en-US" dirty="0"/>
              <a:t>图（高层）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DEEFE9-E958-BBC5-45C1-4E8F00D0DC45}"/>
              </a:ext>
            </a:extLst>
          </p:cNvPr>
          <p:cNvSpPr/>
          <p:nvPr/>
        </p:nvSpPr>
        <p:spPr>
          <a:xfrm>
            <a:off x="3199345" y="2072896"/>
            <a:ext cx="1748863" cy="8769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account_books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C1BAAA-032F-F34D-9E90-0A8D97FDA333}"/>
              </a:ext>
            </a:extLst>
          </p:cNvPr>
          <p:cNvSpPr/>
          <p:nvPr/>
        </p:nvSpPr>
        <p:spPr>
          <a:xfrm>
            <a:off x="5469627" y="4303290"/>
            <a:ext cx="2451649" cy="8769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expense_categories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D3D675-43BD-18F0-EA6E-CBA08B145A25}"/>
              </a:ext>
            </a:extLst>
          </p:cNvPr>
          <p:cNvSpPr/>
          <p:nvPr/>
        </p:nvSpPr>
        <p:spPr>
          <a:xfrm>
            <a:off x="3199345" y="4303290"/>
            <a:ext cx="1748863" cy="8769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expenses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D55219-F025-3E1A-0445-144179A6B8BC}"/>
              </a:ext>
            </a:extLst>
          </p:cNvPr>
          <p:cNvCxnSpPr>
            <a:cxnSpLocks/>
            <a:stCxn id="49" idx="0"/>
            <a:endCxn id="5" idx="2"/>
          </p:cNvCxnSpPr>
          <p:nvPr/>
        </p:nvCxnSpPr>
        <p:spPr>
          <a:xfrm flipV="1">
            <a:off x="2047150" y="2949808"/>
            <a:ext cx="2026627" cy="135348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992FE02-66DC-4992-44AA-4896E1534070}"/>
              </a:ext>
            </a:extLst>
          </p:cNvPr>
          <p:cNvSpPr txBox="1"/>
          <p:nvPr/>
        </p:nvSpPr>
        <p:spPr>
          <a:xfrm>
            <a:off x="3533625" y="294980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AB1C95E-6EF1-4035-C67C-F4438E8415A3}"/>
              </a:ext>
            </a:extLst>
          </p:cNvPr>
          <p:cNvSpPr txBox="1"/>
          <p:nvPr/>
        </p:nvSpPr>
        <p:spPr>
          <a:xfrm>
            <a:off x="2060827" y="3898817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E348396-5B45-CD1F-FBC1-5FC89BF13EAF}"/>
              </a:ext>
            </a:extLst>
          </p:cNvPr>
          <p:cNvSpPr txBox="1"/>
          <p:nvPr/>
        </p:nvSpPr>
        <p:spPr>
          <a:xfrm>
            <a:off x="4012662" y="39324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7077C09-4729-82D1-9822-EBB45074DFFF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4073777" y="2949808"/>
            <a:ext cx="0" cy="135348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CC548D7-6370-0364-AF11-E7DB0264E54C}"/>
              </a:ext>
            </a:extLst>
          </p:cNvPr>
          <p:cNvSpPr txBox="1"/>
          <p:nvPr/>
        </p:nvSpPr>
        <p:spPr>
          <a:xfrm>
            <a:off x="3987611" y="301223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9A6027B-51F3-1D53-F542-AF4B20F0B208}"/>
              </a:ext>
            </a:extLst>
          </p:cNvPr>
          <p:cNvSpPr/>
          <p:nvPr/>
        </p:nvSpPr>
        <p:spPr>
          <a:xfrm>
            <a:off x="1437762" y="4303290"/>
            <a:ext cx="1218775" cy="8769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Users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E72058F-9EE9-D951-2D47-4FDC24CE0D71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H="1" flipV="1">
            <a:off x="4073777" y="2949808"/>
            <a:ext cx="2621675" cy="135348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BB05639F-2326-3E11-7AE5-0DFE435F93BB}"/>
              </a:ext>
            </a:extLst>
          </p:cNvPr>
          <p:cNvSpPr txBox="1"/>
          <p:nvPr/>
        </p:nvSpPr>
        <p:spPr>
          <a:xfrm>
            <a:off x="6648723" y="3965452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BFCCC6F-C258-3C26-CCB0-376AB1996FFF}"/>
              </a:ext>
            </a:extLst>
          </p:cNvPr>
          <p:cNvSpPr txBox="1"/>
          <p:nvPr/>
        </p:nvSpPr>
        <p:spPr>
          <a:xfrm>
            <a:off x="4884443" y="31634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3C8984C-5E7B-6726-0183-B40019FAA026}"/>
              </a:ext>
            </a:extLst>
          </p:cNvPr>
          <p:cNvSpPr txBox="1"/>
          <p:nvPr/>
        </p:nvSpPr>
        <p:spPr>
          <a:xfrm>
            <a:off x="2256022" y="3332016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access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82D6F94-EFBB-8700-7156-1A0C437C8C73}"/>
              </a:ext>
            </a:extLst>
          </p:cNvPr>
          <p:cNvSpPr txBox="1"/>
          <p:nvPr/>
        </p:nvSpPr>
        <p:spPr>
          <a:xfrm>
            <a:off x="5534045" y="3489064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own</a:t>
            </a:r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BE85123-C533-E265-DCF6-B21AA7C3D18B}"/>
              </a:ext>
            </a:extLst>
          </p:cNvPr>
          <p:cNvSpPr txBox="1"/>
          <p:nvPr/>
        </p:nvSpPr>
        <p:spPr>
          <a:xfrm>
            <a:off x="4000030" y="3503369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own</a:t>
            </a:r>
            <a:endParaRPr lang="zh-CN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018260C-024F-3CF9-B149-7BBB6E176BC1}"/>
              </a:ext>
            </a:extLst>
          </p:cNvPr>
          <p:cNvSpPr/>
          <p:nvPr/>
        </p:nvSpPr>
        <p:spPr>
          <a:xfrm>
            <a:off x="8395966" y="4301797"/>
            <a:ext cx="2451649" cy="8769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budgets</a:t>
            </a: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AFA083E-1A79-E023-A029-6419FA6A0C79}"/>
              </a:ext>
            </a:extLst>
          </p:cNvPr>
          <p:cNvCxnSpPr>
            <a:cxnSpLocks/>
            <a:stCxn id="60" idx="0"/>
            <a:endCxn id="5" idx="2"/>
          </p:cNvCxnSpPr>
          <p:nvPr/>
        </p:nvCxnSpPr>
        <p:spPr>
          <a:xfrm flipH="1" flipV="1">
            <a:off x="4073777" y="2949808"/>
            <a:ext cx="5548014" cy="135198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4A767158-E1DB-9411-61BC-3C4799EBF8EA}"/>
              </a:ext>
            </a:extLst>
          </p:cNvPr>
          <p:cNvSpPr txBox="1"/>
          <p:nvPr/>
        </p:nvSpPr>
        <p:spPr>
          <a:xfrm>
            <a:off x="5044219" y="28317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03D273C-BEDA-891D-4919-C40C78FAB005}"/>
              </a:ext>
            </a:extLst>
          </p:cNvPr>
          <p:cNvSpPr txBox="1"/>
          <p:nvPr/>
        </p:nvSpPr>
        <p:spPr>
          <a:xfrm>
            <a:off x="7001705" y="3375280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own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0594856-89D0-E7B9-D1D7-CF9CF676B4B4}"/>
              </a:ext>
            </a:extLst>
          </p:cNvPr>
          <p:cNvSpPr txBox="1"/>
          <p:nvPr/>
        </p:nvSpPr>
        <p:spPr>
          <a:xfrm>
            <a:off x="9552103" y="3965452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2725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D372F-04CA-DB40-1F8E-DF4B6D79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关于账本邀请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BD5DBF-B882-5724-CA95-B9378E215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78" y="1685098"/>
            <a:ext cx="4371431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148A0C8-07BA-23DD-1822-281FC49BE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5" y="0"/>
            <a:ext cx="73889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27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92B44-E1B1-6860-D5EF-698F78F1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关于账本邀请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82F8F0-E45D-3C7C-EF47-9989BBA20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4297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4BFA76-94B6-13E6-C260-C1EC3CCDF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956" y="365125"/>
            <a:ext cx="7830643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3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12F73-39A3-7379-D666-1AFB50C8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A0B3E9-32BF-ACD0-B3F0-CF6E0F23A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67C9B4-ADD7-A4C9-D26E-1DCC0C298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572" y="230188"/>
            <a:ext cx="7532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96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B28E4-AB2F-DDA2-A5E1-7714B629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C618B-5111-631B-4957-D5DA989AB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altLang="zh-CN" dirty="0"/>
              <a:t>users</a:t>
            </a:r>
            <a:r>
              <a:rPr lang="zh-CN" altLang="zh-CN" dirty="0"/>
              <a:t>（用户）：</a:t>
            </a:r>
          </a:p>
          <a:p>
            <a:pPr lvl="0"/>
            <a:r>
              <a:rPr lang="en-US" altLang="zh-CN" dirty="0" err="1"/>
              <a:t>account_books</a:t>
            </a:r>
            <a:r>
              <a:rPr lang="zh-CN" altLang="zh-CN" dirty="0"/>
              <a:t>（账本）</a:t>
            </a:r>
          </a:p>
          <a:p>
            <a:pPr lvl="0"/>
            <a:r>
              <a:rPr lang="en-US" altLang="zh-CN" dirty="0" err="1"/>
              <a:t>account_to_users</a:t>
            </a:r>
            <a:r>
              <a:rPr lang="zh-CN" altLang="zh-CN" dirty="0"/>
              <a:t>（账本成员</a:t>
            </a:r>
            <a:r>
              <a:rPr lang="en-US" altLang="zh-CN" dirty="0"/>
              <a:t> + </a:t>
            </a:r>
            <a:r>
              <a:rPr lang="zh-CN" altLang="zh-CN" dirty="0"/>
              <a:t>账本内角色）</a:t>
            </a:r>
          </a:p>
          <a:p>
            <a:pPr lvl="0"/>
            <a:r>
              <a:rPr lang="en-US" altLang="zh-CN" dirty="0" err="1"/>
              <a:t>transaction_categories</a:t>
            </a:r>
            <a:r>
              <a:rPr lang="zh-CN" altLang="zh-CN" dirty="0"/>
              <a:t>（账本下的消费分类）</a:t>
            </a:r>
          </a:p>
          <a:p>
            <a:pPr lvl="0"/>
            <a:r>
              <a:rPr lang="en-US" altLang="zh-CN" dirty="0"/>
              <a:t>transactions</a:t>
            </a:r>
            <a:r>
              <a:rPr lang="zh-CN" altLang="zh-CN" dirty="0"/>
              <a:t>（消费记录）</a:t>
            </a:r>
          </a:p>
          <a:p>
            <a:pPr lvl="0"/>
            <a:r>
              <a:rPr lang="en-US" altLang="zh-CN" dirty="0" err="1"/>
              <a:t>exchange_rates</a:t>
            </a:r>
            <a:r>
              <a:rPr lang="zh-CN" altLang="zh-CN" dirty="0"/>
              <a:t>（汇率表，按对、按日存）</a:t>
            </a:r>
          </a:p>
          <a:p>
            <a:pPr lvl="0"/>
            <a:r>
              <a:rPr lang="en-US" altLang="zh-CN" dirty="0"/>
              <a:t>notifications</a:t>
            </a:r>
            <a:r>
              <a:rPr lang="zh-CN" altLang="zh-CN" dirty="0"/>
              <a:t>（通知与提醒记录</a:t>
            </a:r>
            <a:r>
              <a:rPr lang="en-US" altLang="zh-CN" dirty="0"/>
              <a:t>/</a:t>
            </a:r>
            <a:r>
              <a:rPr lang="zh-CN" altLang="zh-CN" dirty="0"/>
              <a:t>队列）</a:t>
            </a:r>
          </a:p>
          <a:p>
            <a:pPr lvl="0"/>
            <a:r>
              <a:rPr lang="en-US" altLang="zh-CN" dirty="0" err="1"/>
              <a:t>auth_refresh_tokens</a:t>
            </a:r>
            <a:r>
              <a:rPr lang="zh-CN" altLang="zh-CN" dirty="0"/>
              <a:t>（刷新令牌存储，支持登出</a:t>
            </a:r>
            <a:r>
              <a:rPr lang="en-US" altLang="zh-CN" dirty="0"/>
              <a:t>/</a:t>
            </a:r>
            <a:r>
              <a:rPr lang="zh-CN" altLang="zh-CN" dirty="0"/>
              <a:t>撤销）</a:t>
            </a:r>
          </a:p>
          <a:p>
            <a:pPr lvl="0"/>
            <a:r>
              <a:rPr lang="en-US" altLang="zh-CN" dirty="0" err="1"/>
              <a:t>rbac_permissions</a:t>
            </a:r>
            <a:r>
              <a:rPr lang="zh-CN" altLang="zh-CN" dirty="0"/>
              <a:t>（可选：权限表） —— 如果要精细权限控制（可先略）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3632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487B3-CF2D-5677-079F-52B60D71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针对账本数据和汇率的方针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80F516-7A64-FA4F-4E1A-51F42C5E5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b="1" dirty="0"/>
              <a:t>① 账单存 </a:t>
            </a:r>
            <a:r>
              <a:rPr lang="en-US" altLang="zh-CN" b="1" dirty="0"/>
              <a:t>4 </a:t>
            </a:r>
            <a:r>
              <a:rPr lang="zh-CN" altLang="en-US" b="1" dirty="0"/>
              <a:t>个关键字段：</a:t>
            </a:r>
          </a:p>
          <a:p>
            <a:pPr marL="457200" lvl="1" indent="0">
              <a:buNone/>
            </a:pPr>
            <a:r>
              <a:rPr lang="zh-CN" altLang="en-US" dirty="0"/>
              <a:t>原始金额</a:t>
            </a:r>
          </a:p>
          <a:p>
            <a:pPr marL="457200" lvl="1" indent="0">
              <a:buNone/>
            </a:pPr>
            <a:r>
              <a:rPr lang="zh-CN" altLang="en-US" dirty="0"/>
              <a:t>原始币种</a:t>
            </a:r>
          </a:p>
          <a:p>
            <a:pPr marL="457200" lvl="1" indent="0">
              <a:buNone/>
            </a:pPr>
            <a:r>
              <a:rPr lang="zh-CN" altLang="en-US" dirty="0"/>
              <a:t>当时汇率</a:t>
            </a:r>
          </a:p>
          <a:p>
            <a:pPr marL="457200" lvl="1" indent="0">
              <a:buNone/>
            </a:pPr>
            <a:r>
              <a:rPr lang="zh-CN" altLang="en-US" dirty="0"/>
              <a:t>转换后的账本金额</a:t>
            </a:r>
          </a:p>
          <a:p>
            <a:pPr marL="0" indent="0">
              <a:buNone/>
            </a:pPr>
            <a:r>
              <a:rPr lang="zh-CN" altLang="en-US" b="1" dirty="0"/>
              <a:t>② 账本具有 </a:t>
            </a:r>
            <a:r>
              <a:rPr lang="en-US" altLang="zh-CN" b="1" dirty="0"/>
              <a:t>Base Currency</a:t>
            </a:r>
            <a:r>
              <a:rPr lang="zh-CN" altLang="en-US" b="1" dirty="0"/>
              <a:t>（用于统计的一致货币）</a:t>
            </a:r>
          </a:p>
          <a:p>
            <a:pPr marL="0" indent="0">
              <a:buNone/>
            </a:pPr>
            <a:r>
              <a:rPr lang="zh-CN" altLang="en-US" b="1" dirty="0"/>
              <a:t>③ 用户常用币种只影响展示，不影响存储</a:t>
            </a:r>
          </a:p>
          <a:p>
            <a:pPr marL="0" indent="0">
              <a:buNone/>
            </a:pPr>
            <a:r>
              <a:rPr lang="zh-CN" altLang="en-US" b="1" dirty="0"/>
              <a:t>④ 用户改常用币种不会影响数据</a:t>
            </a:r>
          </a:p>
          <a:p>
            <a:pPr marL="0" indent="0">
              <a:buNone/>
            </a:pPr>
            <a:r>
              <a:rPr lang="zh-CN" altLang="en-US" b="1" dirty="0"/>
              <a:t>⑤ 账本币种只允许在账本无数据时修改</a:t>
            </a:r>
          </a:p>
          <a:p>
            <a:pPr marL="0" indent="0">
              <a:buNone/>
            </a:pPr>
            <a:r>
              <a:rPr lang="zh-CN" altLang="en-US" b="1" dirty="0"/>
              <a:t>⑥ 汇率表必须存每日汇率，并可回溯历史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267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9781D-D473-346B-4A99-68235738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针对汇率数据存储问题的方针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F441D-4083-1912-F645-D84BBBDDE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服务器每天只维护核心常用货币之间的汇率（例如 </a:t>
            </a:r>
            <a:r>
              <a:rPr lang="en-US" altLang="zh-CN" b="1" dirty="0"/>
              <a:t>JPY/CNY/USD</a:t>
            </a:r>
            <a:r>
              <a:rPr lang="zh-CN" altLang="en-US" b="1" dirty="0"/>
              <a:t>）。</a:t>
            </a:r>
          </a:p>
          <a:p>
            <a:r>
              <a:rPr lang="zh-CN" altLang="en-US" b="1" dirty="0"/>
              <a:t>当账单出现新的币种时，再即时查询对应汇率并入库（</a:t>
            </a:r>
            <a:r>
              <a:rPr lang="en-US" altLang="zh-CN" b="1" dirty="0"/>
              <a:t>Lazy Fetch + Cache</a:t>
            </a:r>
            <a:r>
              <a:rPr lang="zh-CN" altLang="en-US" b="1" dirty="0"/>
              <a:t>）。</a:t>
            </a:r>
          </a:p>
          <a:p>
            <a:r>
              <a:rPr lang="zh-CN" altLang="en-US" b="1" dirty="0"/>
              <a:t>汇率表只存“用到的”汇率条目，不存全球全量汇率。</a:t>
            </a:r>
          </a:p>
          <a:p>
            <a:r>
              <a:rPr lang="zh-CN" altLang="en-US" b="1" dirty="0"/>
              <a:t>必须保存历史汇率，用于账单还原，避免因汇率变化导致历史账单失真。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893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8DD23-8901-72FE-AB23-A16B9D14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共享账本功能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2BC391-6C68-4148-756B-294C58C7F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多个用户可以在同一个账本里记账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这样的话 消费记录在数据库中不仅要关联账本</a:t>
            </a:r>
            <a:r>
              <a:rPr lang="en-US" altLang="zh-CN" dirty="0"/>
              <a:t>id</a:t>
            </a:r>
            <a:r>
              <a:rPr lang="zh-CN" altLang="en-US" dirty="0"/>
              <a:t>，还要关联</a:t>
            </a:r>
            <a:r>
              <a:rPr lang="zh-CN" altLang="en-US"/>
              <a:t>用户</a:t>
            </a:r>
            <a:r>
              <a:rPr lang="en-US" altLang="zh-CN"/>
              <a:t>id</a:t>
            </a:r>
          </a:p>
          <a:p>
            <a:endParaRPr lang="en-US" altLang="zh-CN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8706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B30F2-50E2-BD6F-498F-6B446D7D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方针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88F3EE-8B45-C0E4-06E7-02255BA9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strike="sngStrike" dirty="0"/>
              <a:t>要不然干脆放弃</a:t>
            </a:r>
            <a:r>
              <a:rPr lang="en-US" altLang="zh-CN" sz="2400" strike="sngStrike" dirty="0"/>
              <a:t>Merge</a:t>
            </a:r>
            <a:r>
              <a:rPr lang="zh-CN" altLang="en-US" sz="2400" strike="sngStrike" dirty="0"/>
              <a:t>？只保留导入完全覆盖？</a:t>
            </a:r>
            <a:endParaRPr lang="en-US" altLang="zh-CN" sz="2400" strike="sngStrike" dirty="0"/>
          </a:p>
          <a:p>
            <a:r>
              <a:rPr lang="zh-CN" altLang="en-US" sz="2400" strike="sngStrike" dirty="0"/>
              <a:t>或者导入时只做</a:t>
            </a:r>
            <a:r>
              <a:rPr lang="en-US" altLang="zh-CN" sz="2400" strike="sngStrike" dirty="0"/>
              <a:t>【</a:t>
            </a:r>
            <a:r>
              <a:rPr lang="zh-CN" altLang="en-US" sz="2400" strike="sngStrike" dirty="0"/>
              <a:t>名称</a:t>
            </a:r>
            <a:r>
              <a:rPr lang="en-US" altLang="zh-CN" sz="2400" strike="sngStrike" dirty="0"/>
              <a:t>+</a:t>
            </a:r>
            <a:r>
              <a:rPr lang="zh-CN" altLang="en-US" sz="2400" strike="sngStrike" dirty="0"/>
              <a:t>价格</a:t>
            </a:r>
            <a:r>
              <a:rPr lang="en-US" altLang="zh-CN" sz="2400" strike="sngStrike" dirty="0"/>
              <a:t>+</a:t>
            </a:r>
            <a:r>
              <a:rPr lang="zh-CN" altLang="en-US" sz="2400" strike="sngStrike" dirty="0"/>
              <a:t>类别</a:t>
            </a:r>
            <a:r>
              <a:rPr lang="en-US" altLang="zh-CN" sz="2400" strike="sngStrike" dirty="0"/>
              <a:t>+</a:t>
            </a:r>
            <a:r>
              <a:rPr lang="zh-CN" altLang="en-US" sz="2400" strike="sngStrike" dirty="0"/>
              <a:t>合并</a:t>
            </a:r>
            <a:r>
              <a:rPr lang="en-US" altLang="zh-CN" sz="2400" strike="sngStrike" dirty="0"/>
              <a:t>】</a:t>
            </a:r>
            <a:r>
              <a:rPr lang="zh-CN" altLang="en-US" sz="2400" strike="sngStrike" dirty="0"/>
              <a:t>的判断，不一致就都加</a:t>
            </a:r>
            <a:endParaRPr lang="en-US" altLang="zh-CN" sz="2400" strike="sngStrike" dirty="0"/>
          </a:p>
          <a:p>
            <a:endParaRPr lang="en-US" altLang="zh-CN" sz="2400" strike="sngStrike" dirty="0"/>
          </a:p>
          <a:p>
            <a:r>
              <a:rPr lang="zh-CN" altLang="en-US" sz="2400" strike="sngStrike" dirty="0"/>
              <a:t>或者，允许</a:t>
            </a:r>
            <a:r>
              <a:rPr lang="en-US" altLang="zh-CN" sz="2400" strike="sngStrike" dirty="0"/>
              <a:t>merge</a:t>
            </a:r>
            <a:r>
              <a:rPr lang="zh-CN" altLang="en-US" sz="2400" strike="sngStrike" dirty="0"/>
              <a:t>，允许完全实时（比如在手机端每次操作后自动导出并覆盖）</a:t>
            </a:r>
            <a:endParaRPr lang="en-US" altLang="zh-CN" sz="2400" strike="sngStrike" dirty="0"/>
          </a:p>
          <a:p>
            <a:r>
              <a:rPr lang="zh-CN" altLang="en-US" sz="2400" strike="sngStrike" dirty="0"/>
              <a:t>再或者，允许</a:t>
            </a:r>
            <a:r>
              <a:rPr lang="en-US" altLang="zh-CN" sz="2400" strike="sngStrike" dirty="0"/>
              <a:t>merge</a:t>
            </a:r>
            <a:r>
              <a:rPr lang="zh-CN" altLang="en-US" sz="2400" strike="sngStrike" dirty="0"/>
              <a:t>，每次</a:t>
            </a:r>
            <a:r>
              <a:rPr lang="en-US" altLang="zh-CN" sz="2400" strike="sngStrike" dirty="0"/>
              <a:t>merge</a:t>
            </a:r>
            <a:r>
              <a:rPr lang="zh-CN" altLang="en-US" sz="2400" strike="sngStrike" dirty="0"/>
              <a:t>后把同类型且价格相差小的消费高亮出来，手动处理。（这个</a:t>
            </a:r>
            <a:r>
              <a:rPr lang="en-US" altLang="zh-CN" sz="2400" strike="sngStrike" dirty="0"/>
              <a:t>merge</a:t>
            </a:r>
            <a:r>
              <a:rPr lang="zh-CN" altLang="en-US" sz="2400" strike="sngStrike" dirty="0"/>
              <a:t>发生在</a:t>
            </a:r>
            <a:r>
              <a:rPr lang="en-US" altLang="zh-CN" sz="2400" strike="sngStrike" dirty="0"/>
              <a:t>excel</a:t>
            </a:r>
            <a:r>
              <a:rPr lang="zh-CN" altLang="en-US" sz="2400" strike="sngStrike" dirty="0"/>
              <a:t>添加后，同时手机端又在当日第一次添加时？）</a:t>
            </a:r>
            <a:endParaRPr lang="en-US" altLang="zh-CN" sz="2400" strike="sngStrike" dirty="0"/>
          </a:p>
          <a:p>
            <a:r>
              <a:rPr lang="zh-CN" altLang="en-US" sz="2400" b="1" dirty="0">
                <a:solidFill>
                  <a:srgbClr val="FF0000"/>
                </a:solidFill>
              </a:rPr>
              <a:t>最终结论：不允许</a:t>
            </a:r>
            <a:r>
              <a:rPr lang="en-US" altLang="zh-CN" sz="2400" b="1" dirty="0">
                <a:solidFill>
                  <a:srgbClr val="FF0000"/>
                </a:solidFill>
              </a:rPr>
              <a:t>Merge</a:t>
            </a:r>
            <a:r>
              <a:rPr lang="zh-CN" altLang="en-US" sz="2400" b="1" dirty="0">
                <a:solidFill>
                  <a:srgbClr val="FF0000"/>
                </a:solidFill>
              </a:rPr>
              <a:t>，完全转移到数据库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9726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EF1E-28CC-1466-F06C-C88CC177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等线 Light"/>
              </a:rPr>
              <a:t>方针  </a:t>
            </a:r>
            <a:r>
              <a:rPr lang="en-US" altLang="zh-CN" b="1" dirty="0">
                <a:ea typeface="等线 Light"/>
              </a:rPr>
              <a:t>-  </a:t>
            </a:r>
            <a:r>
              <a:rPr lang="zh-CN" altLang="en-US" b="1" dirty="0">
                <a:ea typeface="等线 Light"/>
              </a:rPr>
              <a:t>关于前后端计算问题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03A4A9-6292-C463-5447-86E318E48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6773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b="1" dirty="0">
                <a:ea typeface="等线"/>
              </a:rPr>
              <a:t>尽可能让客户端去进行计算。</a:t>
            </a: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Home和chart页面都可以直接把select的数据全部拿到前端，然后去计算饼图和折线图。要尽可能减少服务端计算压力</a:t>
            </a: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但如果需要的话，我们可以使用额外的服务器来承担大量计算</a:t>
            </a:r>
            <a:endParaRPr lang="en-US" altLang="zh-CN" dirty="0">
              <a:ea typeface="等线"/>
            </a:endParaRPr>
          </a:p>
          <a:p>
            <a:pPr marL="0" indent="0">
              <a:buNone/>
            </a:pPr>
            <a:endParaRPr lang="zh-CN" altLang="en-US" dirty="0">
              <a:ea typeface="等线"/>
            </a:endParaRP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考虑到目前29个月的数据有147KB，</a:t>
            </a: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直观计算结果每年数据大约60KB。</a:t>
            </a:r>
          </a:p>
          <a:p>
            <a:pPr marL="0" indent="0">
              <a:buNone/>
            </a:pPr>
            <a:r>
              <a:rPr lang="zh-CN" altLang="en-US" b="1" strike="sngStrike" dirty="0">
                <a:ea typeface="等线"/>
              </a:rPr>
              <a:t>可以考虑允许前端的详细查询最多到达N（1~3）年，</a:t>
            </a:r>
          </a:p>
          <a:p>
            <a:pPr marL="0" indent="0">
              <a:buNone/>
            </a:pPr>
            <a:r>
              <a:rPr lang="zh-CN" altLang="en-US" strike="sngStrike" dirty="0">
                <a:ea typeface="等线"/>
              </a:rPr>
              <a:t>超过N年的合并数据查询</a:t>
            </a:r>
            <a:r>
              <a:rPr lang="zh-CN" altLang="en-US" strike="sngStrike" dirty="0">
                <a:solidFill>
                  <a:srgbClr val="FF0000"/>
                </a:solidFill>
                <a:ea typeface="等线"/>
              </a:rPr>
              <a:t>只显示chart和topN消费</a:t>
            </a:r>
            <a:r>
              <a:rPr lang="zh-CN" altLang="en-US" strike="sngStrike" dirty="0">
                <a:ea typeface="等线"/>
              </a:rPr>
              <a:t>。（这部分需要在后端计算）</a:t>
            </a:r>
          </a:p>
          <a:p>
            <a:pPr marL="0" indent="0">
              <a:buNone/>
            </a:pPr>
            <a:endParaRPr lang="zh-CN" altLang="en-US" dirty="0">
              <a:ea typeface="等线"/>
            </a:endParaRPr>
          </a:p>
          <a:p>
            <a:pPr marL="0" indent="0">
              <a:buNone/>
            </a:pPr>
            <a:endParaRPr lang="zh-CN" altLang="en-US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612955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3D38E-89B2-5135-819A-C0C12816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10B83-BFBC-66C4-6FE8-07624CB8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等线 Light"/>
              </a:rPr>
              <a:t>方针  </a:t>
            </a:r>
            <a:r>
              <a:rPr lang="en-US" altLang="zh-CN" b="1" dirty="0">
                <a:ea typeface="等线 Light"/>
              </a:rPr>
              <a:t>-  </a:t>
            </a:r>
            <a:r>
              <a:rPr lang="zh-CN" altLang="en-US" b="1" dirty="0">
                <a:ea typeface="等线 Light"/>
              </a:rPr>
              <a:t>关于导入</a:t>
            </a:r>
            <a:r>
              <a:rPr lang="en-US" altLang="zh-CN" b="1" dirty="0">
                <a:ea typeface="等线 Light"/>
              </a:rPr>
              <a:t>/</a:t>
            </a:r>
            <a:r>
              <a:rPr lang="zh-CN" altLang="en-US" b="1" dirty="0">
                <a:ea typeface="等线 Light"/>
              </a:rPr>
              <a:t>导出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DE6DA0-4BAC-08B3-04B4-CF8331FF9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67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CN" altLang="en-US" dirty="0">
                <a:ea typeface="等线"/>
              </a:rPr>
              <a:t>数据库与</a:t>
            </a:r>
            <a:r>
              <a:rPr lang="en-US" altLang="zh-CN" dirty="0">
                <a:ea typeface="等线"/>
              </a:rPr>
              <a:t>excel</a:t>
            </a:r>
            <a:r>
              <a:rPr lang="zh-CN" altLang="en-US" dirty="0">
                <a:ea typeface="等线"/>
              </a:rPr>
              <a:t>并不会实时同步，</a:t>
            </a:r>
            <a:endParaRPr lang="en-US" altLang="zh-CN" dirty="0">
              <a:ea typeface="等线"/>
            </a:endParaRP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仅允许利用</a:t>
            </a:r>
            <a:r>
              <a:rPr lang="en-US" altLang="zh-CN" dirty="0">
                <a:ea typeface="等线"/>
              </a:rPr>
              <a:t>excel</a:t>
            </a:r>
            <a:r>
              <a:rPr lang="zh-CN" altLang="en-US" dirty="0">
                <a:ea typeface="等线"/>
              </a:rPr>
              <a:t>进行完全初始化</a:t>
            </a:r>
            <a:r>
              <a:rPr lang="en-US" altLang="zh-CN" dirty="0">
                <a:ea typeface="等线"/>
              </a:rPr>
              <a:t>DB</a:t>
            </a:r>
            <a:r>
              <a:rPr lang="zh-CN" altLang="en-US" dirty="0">
                <a:ea typeface="等线"/>
              </a:rPr>
              <a:t>的行为（</a:t>
            </a:r>
            <a:r>
              <a:rPr lang="en-US" altLang="zh-CN" dirty="0">
                <a:ea typeface="等线"/>
              </a:rPr>
              <a:t>overwrite</a:t>
            </a:r>
            <a:r>
              <a:rPr lang="zh-CN" altLang="en-US" dirty="0">
                <a:ea typeface="等线"/>
              </a:rPr>
              <a:t>导入）。</a:t>
            </a:r>
            <a:endParaRPr lang="en-US" altLang="zh-CN" dirty="0">
              <a:ea typeface="等线"/>
            </a:endParaRP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允许导出，但是导出的</a:t>
            </a:r>
            <a:r>
              <a:rPr lang="en-US" altLang="zh-CN" dirty="0">
                <a:ea typeface="等线"/>
              </a:rPr>
              <a:t>excel</a:t>
            </a:r>
            <a:r>
              <a:rPr lang="zh-CN" altLang="en-US" dirty="0">
                <a:ea typeface="等线"/>
              </a:rPr>
              <a:t>文件要与当前账本原始</a:t>
            </a:r>
            <a:r>
              <a:rPr lang="en-US" altLang="zh-CN" dirty="0">
                <a:ea typeface="等线"/>
              </a:rPr>
              <a:t>excel</a:t>
            </a:r>
            <a:r>
              <a:rPr lang="zh-CN" altLang="en-US" dirty="0">
                <a:ea typeface="等线"/>
              </a:rPr>
              <a:t>做一次</a:t>
            </a:r>
            <a:r>
              <a:rPr lang="en-US" altLang="zh-CN" dirty="0">
                <a:ea typeface="等线"/>
              </a:rPr>
              <a:t>diff</a:t>
            </a:r>
            <a:r>
              <a:rPr lang="zh-CN" altLang="en-US" dirty="0">
                <a:ea typeface="等线"/>
              </a:rPr>
              <a:t>（用来手动确认差分，是否缺少历史数据），这个</a:t>
            </a:r>
            <a:r>
              <a:rPr lang="en-US" altLang="zh-CN" dirty="0">
                <a:ea typeface="等线"/>
              </a:rPr>
              <a:t>diff</a:t>
            </a:r>
            <a:r>
              <a:rPr lang="zh-CN" altLang="en-US" dirty="0">
                <a:ea typeface="等线"/>
              </a:rPr>
              <a:t>可能需要手动实现。</a:t>
            </a:r>
          </a:p>
          <a:p>
            <a:pPr marL="0" indent="0">
              <a:buNone/>
            </a:pPr>
            <a:endParaRPr lang="zh-CN" altLang="en-US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771562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0A6B1-6B22-CC36-1C30-187B54AB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02204-A853-BA65-896D-5BE9F34BD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等线 Light"/>
              </a:rPr>
              <a:t>功能  </a:t>
            </a:r>
            <a:r>
              <a:rPr lang="en-US" altLang="zh-CN" b="1" dirty="0">
                <a:ea typeface="等线 Light"/>
              </a:rPr>
              <a:t>-  </a:t>
            </a:r>
            <a:r>
              <a:rPr lang="zh-CN" altLang="en-US" b="1" dirty="0">
                <a:ea typeface="等线 Light"/>
              </a:rPr>
              <a:t>每月统计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46EF4-6010-01D1-0CEC-BBA914D3A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67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CN" altLang="en-US" dirty="0">
                <a:ea typeface="等线"/>
              </a:rPr>
              <a:t>每天？月？季度？进行一次统计，存入数据库，让前端可以直接拿到计算结果。</a:t>
            </a:r>
            <a:endParaRPr lang="en-US" altLang="zh-CN" dirty="0">
              <a:ea typeface="等线"/>
            </a:endParaRPr>
          </a:p>
          <a:p>
            <a:pPr marL="0" indent="0">
              <a:buNone/>
            </a:pPr>
            <a:endParaRPr lang="en-US" altLang="zh-CN" dirty="0">
              <a:ea typeface="等线"/>
            </a:endParaRPr>
          </a:p>
          <a:p>
            <a:pPr marL="0" indent="0">
              <a:buNone/>
            </a:pPr>
            <a:endParaRPr lang="zh-CN" altLang="en-US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0920117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67B90-39F3-1BE3-ED5E-61342182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</a:t>
            </a:r>
            <a:r>
              <a:rPr lang="en-US" altLang="zh-CN" dirty="0"/>
              <a:t> – </a:t>
            </a:r>
            <a:r>
              <a:rPr lang="zh-CN" altLang="en-US" dirty="0"/>
              <a:t>账本备份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100C8A-804C-4B34-D034-8DF0D35F8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保存过去</a:t>
            </a:r>
            <a:r>
              <a:rPr lang="en-US" altLang="zh-CN" dirty="0"/>
              <a:t>N</a:t>
            </a:r>
            <a:r>
              <a:rPr lang="zh-CN" altLang="en-US" dirty="0"/>
              <a:t>天的账本（</a:t>
            </a:r>
            <a:r>
              <a:rPr lang="en-US" altLang="zh-CN" dirty="0"/>
              <a:t>N=10/30?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实现：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每天凌晨</a:t>
            </a:r>
            <a:r>
              <a:rPr lang="en-US" altLang="zh-CN" dirty="0"/>
              <a:t>5</a:t>
            </a:r>
            <a:r>
              <a:rPr lang="zh-CN" altLang="en-US" dirty="0"/>
              <a:t>点导出前一天的（要判断下日期，</a:t>
            </a:r>
            <a:r>
              <a:rPr lang="en-US" altLang="zh-CN" dirty="0"/>
              <a:t>0</a:t>
            </a:r>
            <a:r>
              <a:rPr lang="zh-CN" altLang="en-US" dirty="0"/>
              <a:t>点之后的不要导出）账本，再把前第</a:t>
            </a:r>
            <a:r>
              <a:rPr lang="en-US" altLang="zh-CN" dirty="0"/>
              <a:t>N</a:t>
            </a:r>
            <a:r>
              <a:rPr lang="zh-CN" altLang="en-US" dirty="0"/>
              <a:t>天的账本删除</a:t>
            </a:r>
          </a:p>
        </p:txBody>
      </p:sp>
    </p:spTree>
    <p:extLst>
      <p:ext uri="{BB962C8B-B14F-4D97-AF65-F5344CB8AC3E}">
        <p14:creationId xmlns:p14="http://schemas.microsoft.com/office/powerpoint/2010/main" val="13947877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C77D1-292C-E265-5C41-5EB12089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等线 Light"/>
              </a:rPr>
              <a:t>问题：合并消费数据如何在</a:t>
            </a:r>
            <a:r>
              <a:rPr lang="en-US" altLang="zh-CN" dirty="0">
                <a:ea typeface="等线 Light"/>
              </a:rPr>
              <a:t>DB</a:t>
            </a:r>
            <a:r>
              <a:rPr lang="zh-CN" altLang="en-US" dirty="0">
                <a:ea typeface="等线 Light"/>
              </a:rPr>
              <a:t>保存  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3D2E23-EA33-D468-2CEC-437C2A4F1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974"/>
            <a:ext cx="10515600" cy="466725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altLang="zh-CN" dirty="0">
                <a:ea typeface="等线"/>
              </a:rPr>
              <a:t>Q:</a:t>
            </a:r>
            <a:r>
              <a:rPr lang="zh-CN" altLang="en-US" dirty="0">
                <a:ea typeface="等线"/>
              </a:rPr>
              <a:t>合并消费的数据保存形式？</a:t>
            </a:r>
          </a:p>
          <a:p>
            <a:pPr marL="457200" indent="-457200"/>
            <a:r>
              <a:rPr lang="zh-CN" altLang="en-US" strike="sngStrike" dirty="0">
                <a:ea typeface="等线"/>
              </a:rPr>
              <a:t>在数据库中取消合并消费？ </a:t>
            </a:r>
            <a:r>
              <a:rPr lang="en-US" altLang="zh-CN" dirty="0">
                <a:ea typeface="等线"/>
              </a:rPr>
              <a:t>&lt;-  </a:t>
            </a:r>
            <a:r>
              <a:rPr lang="zh-CN" altLang="en-US" dirty="0">
                <a:ea typeface="等线"/>
              </a:rPr>
              <a:t>不太好，导出账本的格式会变化</a:t>
            </a:r>
          </a:p>
          <a:p>
            <a:pPr marL="457200" indent="-457200"/>
            <a:r>
              <a:rPr lang="zh-CN" altLang="en-US" strike="sngStrike" dirty="0">
                <a:ea typeface="等线"/>
              </a:rPr>
              <a:t>今后都取消合并消费？</a:t>
            </a:r>
            <a:r>
              <a:rPr lang="zh-CN" altLang="en-US" dirty="0">
                <a:ea typeface="等线"/>
              </a:rPr>
              <a:t>     </a:t>
            </a:r>
            <a:r>
              <a:rPr lang="en-US" altLang="zh-CN" dirty="0">
                <a:ea typeface="等线"/>
              </a:rPr>
              <a:t>&lt;-  </a:t>
            </a:r>
            <a:r>
              <a:rPr lang="zh-CN" altLang="en-US" dirty="0">
                <a:ea typeface="等线"/>
              </a:rPr>
              <a:t>不可行，客户端记账难度会提高</a:t>
            </a:r>
          </a:p>
          <a:p>
            <a:pPr marL="457200" indent="-457200"/>
            <a:r>
              <a:rPr lang="zh-CN" altLang="en-US" dirty="0">
                <a:ea typeface="等线"/>
              </a:rPr>
              <a:t>在数据库中实现合并消费与其他消费之间的嵌套？ </a:t>
            </a:r>
            <a:r>
              <a:rPr lang="zh-CN" altLang="en-US" b="1" dirty="0">
                <a:solidFill>
                  <a:srgbClr val="00B050"/>
                </a:solidFill>
                <a:ea typeface="等线"/>
              </a:rPr>
              <a:t>√</a:t>
            </a:r>
            <a:endParaRPr lang="en-US" altLang="zh-CN" b="1" dirty="0">
              <a:solidFill>
                <a:srgbClr val="00B050"/>
              </a:solidFill>
              <a:ea typeface="等线"/>
            </a:endParaRPr>
          </a:p>
          <a:p>
            <a:pPr marL="0" indent="0">
              <a:buNone/>
            </a:pPr>
            <a:endParaRPr lang="en-US" altLang="zh-CN" dirty="0">
              <a:ea typeface="等线"/>
            </a:endParaRPr>
          </a:p>
          <a:p>
            <a:pPr marL="0" indent="0">
              <a:buNone/>
            </a:pPr>
            <a:r>
              <a:rPr lang="en-US" altLang="zh-CN" dirty="0">
                <a:ea typeface="等线"/>
              </a:rPr>
              <a:t>A: </a:t>
            </a: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首先，今后合并消费在数据库中存储的金额会是税后的金额，但是会有一个字段来保存原始税前金额。用于导出</a:t>
            </a:r>
            <a:endParaRPr lang="en-US" altLang="zh-CN" dirty="0">
              <a:ea typeface="等线"/>
            </a:endParaRP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其次，合并消费中的单个消费</a:t>
            </a:r>
            <a:r>
              <a:rPr lang="en-US" altLang="zh-CN" dirty="0">
                <a:ea typeface="等线"/>
              </a:rPr>
              <a:t>/</a:t>
            </a:r>
            <a:r>
              <a:rPr lang="zh-CN" altLang="en-US" dirty="0">
                <a:ea typeface="等线"/>
              </a:rPr>
              <a:t>商品会有一个字段来保存合并消费的</a:t>
            </a:r>
            <a:r>
              <a:rPr lang="en-US" altLang="zh-CN" dirty="0">
                <a:ea typeface="等线"/>
              </a:rPr>
              <a:t>id</a:t>
            </a:r>
            <a:r>
              <a:rPr lang="zh-CN" altLang="en-US" dirty="0">
                <a:ea typeface="等线"/>
              </a:rPr>
              <a:t>，独立的消费则置空。</a:t>
            </a:r>
            <a:endParaRPr lang="en-US" altLang="zh-CN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3396799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5809-651C-35DE-6DB0-223D6797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65252-58F1-A6BF-620D-91CB2C09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等线 Light"/>
              </a:rPr>
              <a:t>问题：关于数据库和新</a:t>
            </a:r>
            <a:r>
              <a:rPr lang="en-US" altLang="zh-CN" dirty="0">
                <a:ea typeface="等线 Light"/>
              </a:rPr>
              <a:t>excel</a:t>
            </a:r>
            <a:r>
              <a:rPr lang="zh-CN" altLang="en-US" dirty="0">
                <a:ea typeface="等线 Light"/>
              </a:rPr>
              <a:t>的</a:t>
            </a:r>
            <a:r>
              <a:rPr lang="en-US" altLang="zh-CN" dirty="0">
                <a:ea typeface="等线 Light"/>
              </a:rPr>
              <a:t>merge</a:t>
            </a:r>
            <a:endParaRPr lang="zh-CN" altLang="en-US" dirty="0">
              <a:ea typeface="等线 Ligh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3177A0-A18B-0A33-0B9F-70AFBA071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974"/>
            <a:ext cx="10515600" cy="4667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CN" altLang="en-US" dirty="0">
                <a:ea typeface="等线"/>
              </a:rPr>
              <a:t>当</a:t>
            </a:r>
            <a:r>
              <a:rPr lang="en-US" altLang="zh-CN" dirty="0">
                <a:ea typeface="等线"/>
              </a:rPr>
              <a:t>excel</a:t>
            </a:r>
            <a:r>
              <a:rPr lang="zh-CN" altLang="en-US" dirty="0">
                <a:ea typeface="等线"/>
              </a:rPr>
              <a:t>被修改，数据库也被添加的数据时，需要</a:t>
            </a:r>
            <a:r>
              <a:rPr lang="en-US" altLang="zh-CN" dirty="0">
                <a:ea typeface="等线"/>
              </a:rPr>
              <a:t>merge</a:t>
            </a:r>
            <a:r>
              <a:rPr lang="zh-CN" altLang="en-US" dirty="0">
                <a:ea typeface="等线"/>
              </a:rPr>
              <a:t>。</a:t>
            </a:r>
            <a:endParaRPr lang="en-US" altLang="zh-CN" dirty="0">
              <a:ea typeface="等线"/>
            </a:endParaRPr>
          </a:p>
          <a:p>
            <a:pPr marL="0" indent="0">
              <a:buNone/>
            </a:pPr>
            <a:endParaRPr lang="en-US" altLang="zh-CN" dirty="0">
              <a:ea typeface="等线"/>
            </a:endParaRPr>
          </a:p>
          <a:p>
            <a:pPr marL="0" indent="0">
              <a:buNone/>
            </a:pPr>
            <a:r>
              <a:rPr lang="en-US" altLang="zh-CN" dirty="0">
                <a:ea typeface="等线"/>
              </a:rPr>
              <a:t>1.</a:t>
            </a:r>
            <a:r>
              <a:rPr lang="zh-CN" altLang="en-US" dirty="0">
                <a:ea typeface="等线"/>
              </a:rPr>
              <a:t>根据之前的方针，</a:t>
            </a:r>
            <a:r>
              <a:rPr lang="en-US" altLang="zh-CN" dirty="0">
                <a:ea typeface="等线"/>
              </a:rPr>
              <a:t>excel</a:t>
            </a:r>
            <a:r>
              <a:rPr lang="zh-CN" altLang="en-US" dirty="0">
                <a:ea typeface="等线"/>
              </a:rPr>
              <a:t>导入只能覆盖不能添加。</a:t>
            </a:r>
            <a:endParaRPr lang="en-US" altLang="zh-CN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52956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C77D1-292C-E265-5C41-5EB12089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等线 Light"/>
              </a:rPr>
              <a:t>问题：用户账单数据是否可以复数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3D2E23-EA33-D468-2CEC-437C2A4F1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等线"/>
              </a:rPr>
              <a:t>Q:</a:t>
            </a:r>
            <a:r>
              <a:rPr lang="zh-CN" altLang="en-US" dirty="0">
                <a:ea typeface="等线"/>
              </a:rPr>
              <a:t>是否应该默认用户只拥有一个账单（excel文件）？</a:t>
            </a: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换句话说，要不要支持</a:t>
            </a:r>
            <a:r>
              <a:rPr lang="zh-CN" altLang="en-US" dirty="0">
                <a:solidFill>
                  <a:srgbClr val="FF0000"/>
                </a:solidFill>
                <a:ea typeface="等线"/>
              </a:rPr>
              <a:t>复数个账本分离</a:t>
            </a:r>
            <a:r>
              <a:rPr lang="zh-CN" altLang="en-US" dirty="0">
                <a:ea typeface="等线"/>
              </a:rPr>
              <a:t>的功能？</a:t>
            </a:r>
          </a:p>
          <a:p>
            <a:pPr marL="0" indent="0">
              <a:buNone/>
            </a:pPr>
            <a:r>
              <a:rPr lang="zh-CN" altLang="en-US" dirty="0">
                <a:ea typeface="等线"/>
              </a:rPr>
              <a:t>如果要做的话也不复杂，在顶部的bar里面加上账本选择的下拉框就可以</a:t>
            </a:r>
            <a:endParaRPr lang="en-US" altLang="zh-CN" dirty="0">
              <a:ea typeface="等线"/>
            </a:endParaRPr>
          </a:p>
          <a:p>
            <a:pPr marL="0" indent="0">
              <a:buNone/>
            </a:pPr>
            <a:endParaRPr lang="en-US" altLang="zh-CN" dirty="0">
              <a:ea typeface="等线"/>
            </a:endParaRPr>
          </a:p>
          <a:p>
            <a:pPr marL="0" indent="0">
              <a:buNone/>
            </a:pPr>
            <a:r>
              <a:rPr lang="en-US" altLang="zh-CN" dirty="0">
                <a:ea typeface="等线"/>
              </a:rPr>
              <a:t>A: </a:t>
            </a:r>
            <a:r>
              <a:rPr lang="zh-CN" altLang="en-US" dirty="0">
                <a:ea typeface="等线"/>
              </a:rPr>
              <a:t>支持！</a:t>
            </a:r>
          </a:p>
          <a:p>
            <a:pPr marL="0" indent="0">
              <a:buNone/>
            </a:pPr>
            <a:endParaRPr lang="zh-CN" altLang="en-US" dirty="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63005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7438</TotalTime>
  <Words>3133</Words>
  <Application>Microsoft Office PowerPoint</Application>
  <PresentationFormat>宽屏</PresentationFormat>
  <Paragraphs>531</Paragraphs>
  <Slides>41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8" baseType="lpstr">
      <vt:lpstr>游ゴシック</vt:lpstr>
      <vt:lpstr>游ゴシック Light</vt:lpstr>
      <vt:lpstr>等线</vt:lpstr>
      <vt:lpstr>等线 Light</vt:lpstr>
      <vt:lpstr>Arial</vt:lpstr>
      <vt:lpstr>Courier New</vt:lpstr>
      <vt:lpstr>Office 主题​​</vt:lpstr>
      <vt:lpstr>记账App</vt:lpstr>
      <vt:lpstr>定额定期自动记账功能</vt:lpstr>
      <vt:lpstr>邮箱验证流程</vt:lpstr>
      <vt:lpstr>Website title</vt:lpstr>
      <vt:lpstr>1.1登录页面 - 登录流程</vt:lpstr>
      <vt:lpstr>1.2登录页面 - 注册流程</vt:lpstr>
      <vt:lpstr>1.3登录页面 – 忘记密码</vt:lpstr>
      <vt:lpstr>1.4登录页面 – 切换语言</vt:lpstr>
      <vt:lpstr>PowerPoint 演示文稿</vt:lpstr>
      <vt:lpstr>PowerPoint 演示文稿</vt:lpstr>
      <vt:lpstr>PowerPoint 演示文稿</vt:lpstr>
      <vt:lpstr>2.1 用户主页 - 切换语言</vt:lpstr>
      <vt:lpstr>2.2 用户主页 - 右上角头像 - User settings</vt:lpstr>
      <vt:lpstr>2.2 用户主页 - 右上角头像 - Log out</vt:lpstr>
      <vt:lpstr>2.2 用户主页 - 切换账本</vt:lpstr>
      <vt:lpstr>PowerPoint 演示文稿</vt:lpstr>
      <vt:lpstr>PowerPoint 演示文稿</vt:lpstr>
      <vt:lpstr>2.1用户主页 - home</vt:lpstr>
      <vt:lpstr>2.1用户主页 - home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系统架构图</vt:lpstr>
      <vt:lpstr>数据库ER图（高层）</vt:lpstr>
      <vt:lpstr>关于账本邀请</vt:lpstr>
      <vt:lpstr>关于账本邀请</vt:lpstr>
      <vt:lpstr>PowerPoint 演示文稿</vt:lpstr>
      <vt:lpstr>PowerPoint 演示文稿</vt:lpstr>
      <vt:lpstr>针对账本数据和汇率的方针</vt:lpstr>
      <vt:lpstr>针对汇率数据存储问题的方针</vt:lpstr>
      <vt:lpstr>共享账本功能</vt:lpstr>
      <vt:lpstr>方针 </vt:lpstr>
      <vt:lpstr>方针  -  关于前后端计算问题</vt:lpstr>
      <vt:lpstr>方针  -  关于导入/导出</vt:lpstr>
      <vt:lpstr>功能  -  每月统计</vt:lpstr>
      <vt:lpstr>功能 – 账本备份</vt:lpstr>
      <vt:lpstr>问题：合并消费数据如何在DB保存  </vt:lpstr>
      <vt:lpstr>问题：关于数据库和新excel的merge</vt:lpstr>
      <vt:lpstr>问题：用户账单数据是否可以复数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JIAHUA WANG</dc:creator>
  <cp:lastModifiedBy>JIAHUA WANG</cp:lastModifiedBy>
  <cp:revision>529</cp:revision>
  <dcterms:created xsi:type="dcterms:W3CDTF">2024-11-24T10:50:25Z</dcterms:created>
  <dcterms:modified xsi:type="dcterms:W3CDTF">2026-03-02T10:07:21Z</dcterms:modified>
</cp:coreProperties>
</file>